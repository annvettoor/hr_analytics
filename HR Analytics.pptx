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9"/>
  </p:notesMasterIdLst>
  <p:handoutMasterIdLst>
    <p:handoutMasterId r:id="rId30"/>
  </p:handoutMasterIdLst>
  <p:sldIdLst>
    <p:sldId id="319" r:id="rId5"/>
    <p:sldId id="302" r:id="rId6"/>
    <p:sldId id="303" r:id="rId7"/>
    <p:sldId id="320" r:id="rId8"/>
    <p:sldId id="306" r:id="rId9"/>
    <p:sldId id="328" r:id="rId10"/>
    <p:sldId id="329" r:id="rId11"/>
    <p:sldId id="332" r:id="rId12"/>
    <p:sldId id="333" r:id="rId13"/>
    <p:sldId id="307" r:id="rId14"/>
    <p:sldId id="331" r:id="rId15"/>
    <p:sldId id="321" r:id="rId16"/>
    <p:sldId id="322" r:id="rId17"/>
    <p:sldId id="313" r:id="rId18"/>
    <p:sldId id="323" r:id="rId19"/>
    <p:sldId id="315" r:id="rId20"/>
    <p:sldId id="324" r:id="rId21"/>
    <p:sldId id="330" r:id="rId22"/>
    <p:sldId id="316" r:id="rId23"/>
    <p:sldId id="325" r:id="rId24"/>
    <p:sldId id="326" r:id="rId25"/>
    <p:sldId id="317" r:id="rId26"/>
    <p:sldId id="327" r:id="rId27"/>
    <p:sldId id="31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4" autoAdjust="0"/>
    <p:restoredTop sz="93810" autoAdjust="0"/>
  </p:normalViewPr>
  <p:slideViewPr>
    <p:cSldViewPr snapToGrid="0" showGuides="1">
      <p:cViewPr varScale="1">
        <p:scale>
          <a:sx n="72" d="100"/>
          <a:sy n="72" d="100"/>
        </p:scale>
        <p:origin x="594" y="66"/>
      </p:cViewPr>
      <p:guideLst>
        <p:guide orient="horz" pos="2160"/>
        <p:guide pos="3840"/>
      </p:guideLst>
    </p:cSldViewPr>
  </p:slideViewPr>
  <p:outlineViewPr>
    <p:cViewPr>
      <p:scale>
        <a:sx n="33" d="100"/>
        <a:sy n="33" d="100"/>
      </p:scale>
      <p:origin x="0" y="-12492"/>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3187" y="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dirty="0" smtClean="0"/>
              <a:t>Dissatisfaction Percentage Among Groups</a:t>
            </a:r>
            <a:endParaRPr lang="en-IN" dirty="0"/>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Percentage of dissatisfaction</c:v>
                </c:pt>
              </c:strCache>
            </c:strRef>
          </c:tx>
          <c:dPt>
            <c:idx val="0"/>
            <c:bubble3D val="0"/>
            <c:spPr>
              <a:solidFill>
                <a:schemeClr val="accent6">
                  <a:tint val="58000"/>
                </a:schemeClr>
              </a:solidFill>
              <a:ln w="19050">
                <a:solidFill>
                  <a:schemeClr val="lt1"/>
                </a:solidFill>
              </a:ln>
              <a:effectLst/>
            </c:spPr>
            <c:extLst>
              <c:ext xmlns:c16="http://schemas.microsoft.com/office/drawing/2014/chart" uri="{C3380CC4-5D6E-409C-BE32-E72D297353CC}">
                <c16:uniqueId val="{00000001-315D-454A-BB80-EE1867A1F2EF}"/>
              </c:ext>
            </c:extLst>
          </c:dPt>
          <c:dPt>
            <c:idx val="1"/>
            <c:bubble3D val="0"/>
            <c:spPr>
              <a:solidFill>
                <a:schemeClr val="accent6">
                  <a:tint val="86000"/>
                </a:schemeClr>
              </a:solidFill>
              <a:ln w="19050">
                <a:solidFill>
                  <a:schemeClr val="lt1"/>
                </a:solidFill>
              </a:ln>
              <a:effectLst/>
            </c:spPr>
            <c:extLst>
              <c:ext xmlns:c16="http://schemas.microsoft.com/office/drawing/2014/chart" uri="{C3380CC4-5D6E-409C-BE32-E72D297353CC}">
                <c16:uniqueId val="{00000003-315D-454A-BB80-EE1867A1F2EF}"/>
              </c:ext>
            </c:extLst>
          </c:dPt>
          <c:dPt>
            <c:idx val="2"/>
            <c:bubble3D val="0"/>
            <c:spPr>
              <a:solidFill>
                <a:schemeClr val="accent6">
                  <a:shade val="86000"/>
                </a:schemeClr>
              </a:solidFill>
              <a:ln w="19050">
                <a:solidFill>
                  <a:schemeClr val="lt1"/>
                </a:solidFill>
              </a:ln>
              <a:effectLst/>
            </c:spPr>
            <c:extLst>
              <c:ext xmlns:c16="http://schemas.microsoft.com/office/drawing/2014/chart" uri="{C3380CC4-5D6E-409C-BE32-E72D297353CC}">
                <c16:uniqueId val="{00000005-315D-454A-BB80-EE1867A1F2EF}"/>
              </c:ext>
            </c:extLst>
          </c:dPt>
          <c:dPt>
            <c:idx val="3"/>
            <c:bubble3D val="0"/>
            <c:spPr>
              <a:solidFill>
                <a:schemeClr val="accent6">
                  <a:shade val="58000"/>
                </a:schemeClr>
              </a:solidFill>
              <a:ln w="19050">
                <a:solidFill>
                  <a:schemeClr val="lt1"/>
                </a:solidFill>
              </a:ln>
              <a:effectLst/>
            </c:spPr>
            <c:extLst>
              <c:ext xmlns:c16="http://schemas.microsoft.com/office/drawing/2014/chart" uri="{C3380CC4-5D6E-409C-BE32-E72D297353CC}">
                <c16:uniqueId val="{00000007-315D-454A-BB80-EE1867A1F2EF}"/>
              </c:ext>
            </c:extLst>
          </c:dPt>
          <c:dLbls>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Sheet1!$A$2:$A$5</c:f>
              <c:strCache>
                <c:ptCount val="3"/>
                <c:pt idx="0">
                  <c:v>Covid Joiner(After 2020)</c:v>
                </c:pt>
                <c:pt idx="1">
                  <c:v>High Tenured Associates(15+ years)</c:v>
                </c:pt>
                <c:pt idx="2">
                  <c:v>Others</c:v>
                </c:pt>
              </c:strCache>
            </c:strRef>
          </c:cat>
          <c:val>
            <c:numRef>
              <c:f>Sheet1!$B$2:$B$5</c:f>
              <c:numCache>
                <c:formatCode>General</c:formatCode>
                <c:ptCount val="4"/>
                <c:pt idx="0">
                  <c:v>16.088000000000001</c:v>
                </c:pt>
                <c:pt idx="1">
                  <c:v>16.777999999999999</c:v>
                </c:pt>
                <c:pt idx="2">
                  <c:v>17.085000000000001</c:v>
                </c:pt>
              </c:numCache>
            </c:numRef>
          </c:val>
          <c:extLst>
            <c:ext xmlns:c16="http://schemas.microsoft.com/office/drawing/2014/chart" uri="{C3380CC4-5D6E-409C-BE32-E72D297353CC}">
              <c16:uniqueId val="{00000000-5B80-431F-B9BC-9B74E4D97607}"/>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AC74A-664E-43D3-859E-B35855730D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710C658-31F9-4A67-8267-E3463B262A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AD794A-17F4-48F7-A14F-39DCAE091952}" type="datetimeFigureOut">
              <a:rPr lang="en-US" smtClean="0"/>
              <a:t>1/21/2025</a:t>
            </a:fld>
            <a:endParaRPr lang="en-US" dirty="0"/>
          </a:p>
        </p:txBody>
      </p:sp>
      <p:sp>
        <p:nvSpPr>
          <p:cNvPr id="4" name="Footer Placeholder 3">
            <a:extLst>
              <a:ext uri="{FF2B5EF4-FFF2-40B4-BE49-F238E27FC236}">
                <a16:creationId xmlns:a16="http://schemas.microsoft.com/office/drawing/2014/main" id="{CD7BBBF1-3A7A-4F4B-8592-578ABE65B7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A02F046-B531-4374-9A89-AC21BCA06E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2DFAA7-D3C3-4D01-9299-453E25D16D4E}" type="slidenum">
              <a:rPr lang="en-US" smtClean="0"/>
              <a:t>‹#›</a:t>
            </a:fld>
            <a:endParaRPr lang="en-US" dirty="0"/>
          </a:p>
        </p:txBody>
      </p:sp>
    </p:spTree>
    <p:extLst>
      <p:ext uri="{BB962C8B-B14F-4D97-AF65-F5344CB8AC3E}">
        <p14:creationId xmlns:p14="http://schemas.microsoft.com/office/powerpoint/2010/main" val="900527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C6A87-CC60-415C-BFEE-13D1CAD6861A}" type="datetimeFigureOut">
              <a:rPr lang="en-US" smtClean="0"/>
              <a:t>1/21/2025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51814-3B91-4036-94D2-3977634EE214}" type="slidenum">
              <a:rPr lang="en-US" smtClean="0"/>
              <a:t>‹#›</a:t>
            </a:fld>
            <a:endParaRPr lang="en-US" dirty="0"/>
          </a:p>
        </p:txBody>
      </p:sp>
    </p:spTree>
    <p:extLst>
      <p:ext uri="{BB962C8B-B14F-4D97-AF65-F5344CB8AC3E}">
        <p14:creationId xmlns:p14="http://schemas.microsoft.com/office/powerpoint/2010/main" val="1300625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4448175"/>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4448175"/>
            <a:ext cx="12192000" cy="240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5" y="4551363"/>
            <a:ext cx="11520488" cy="1176337"/>
          </a:xfrm>
        </p:spPr>
        <p:txBody>
          <a:bodyPr anchor="ctr"/>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5" y="5830888"/>
            <a:ext cx="11520488" cy="5508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94810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1508BC1-7ABB-42C8-B268-3C6F4FD455DE}"/>
              </a:ext>
            </a:extLst>
          </p:cNvPr>
          <p:cNvSpPr/>
          <p:nvPr userDrawn="1"/>
        </p:nvSpPr>
        <p:spPr>
          <a:xfrm>
            <a:off x="200025" y="-1"/>
            <a:ext cx="1199197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71500" y="0"/>
            <a:ext cx="6034088"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1"/>
            <a:ext cx="37147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6905625" y="1512889"/>
            <a:ext cx="4986338" cy="3262311"/>
          </a:xfrm>
        </p:spPr>
        <p:txBody>
          <a:bodyPr anchor="b"/>
          <a:lstStyle>
            <a:lvl1pPr algn="l">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6905625" y="4927600"/>
            <a:ext cx="4986338"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105085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436610" y="1779589"/>
            <a:ext cx="5318781" cy="2182811"/>
          </a:xfrm>
        </p:spPr>
        <p:txBody>
          <a:bodyPr anchor="b">
            <a:normAutofit/>
          </a:bodyPr>
          <a:lstStyle>
            <a:lvl1pPr algn="ctr">
              <a:defRPr sz="5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436610" y="4079083"/>
            <a:ext cx="5318781" cy="976311"/>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55044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1A59197-7C21-44E6-8A97-DE0ABD1E6909}"/>
              </a:ext>
            </a:extLst>
          </p:cNvPr>
          <p:cNvSpPr/>
          <p:nvPr userDrawn="1"/>
        </p:nvSpPr>
        <p:spPr>
          <a:xfrm>
            <a:off x="0" y="0"/>
            <a:ext cx="64135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016500" y="472281"/>
            <a:ext cx="7175500" cy="591343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6" y="1779589"/>
            <a:ext cx="4416424" cy="2182811"/>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6" y="4079083"/>
            <a:ext cx="4416424"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Rectangle 7">
            <a:extLst>
              <a:ext uri="{FF2B5EF4-FFF2-40B4-BE49-F238E27FC236}">
                <a16:creationId xmlns:a16="http://schemas.microsoft.com/office/drawing/2014/main" id="{C1626B81-8882-4179-8C3A-BEA9BBEF2A62}"/>
              </a:ext>
            </a:extLst>
          </p:cNvPr>
          <p:cNvSpPr/>
          <p:nvPr userDrawn="1"/>
        </p:nvSpPr>
        <p:spPr>
          <a:xfrm>
            <a:off x="5021263" y="368300"/>
            <a:ext cx="3159760" cy="11668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4836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517DDCC-4521-4225-8F36-D4B39128409A}"/>
              </a:ext>
            </a:extLst>
          </p:cNvPr>
          <p:cNvSpPr/>
          <p:nvPr userDrawn="1"/>
        </p:nvSpPr>
        <p:spPr>
          <a:xfrm>
            <a:off x="8991600" y="3965574"/>
            <a:ext cx="3200400" cy="28924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B16570C8-2343-4B74-AF97-DC7CE5D92865}"/>
              </a:ext>
            </a:extLst>
          </p:cNvPr>
          <p:cNvSpPr/>
          <p:nvPr userDrawn="1"/>
        </p:nvSpPr>
        <p:spPr>
          <a:xfrm>
            <a:off x="0" y="0"/>
            <a:ext cx="3200400" cy="289242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userDrawn="1">
            <p:ph type="pic" sz="quarter" idx="10"/>
          </p:nvPr>
        </p:nvSpPr>
        <p:spPr>
          <a:xfrm>
            <a:off x="371476" y="278606"/>
            <a:ext cx="11520487" cy="3150394"/>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4" name="Rectangle 13">
            <a:extLst>
              <a:ext uri="{FF2B5EF4-FFF2-40B4-BE49-F238E27FC236}">
                <a16:creationId xmlns:a16="http://schemas.microsoft.com/office/drawing/2014/main" id="{40B27536-7968-45BB-9FA8-DF1A47A47827}"/>
              </a:ext>
            </a:extLst>
          </p:cNvPr>
          <p:cNvSpPr/>
          <p:nvPr userDrawn="1"/>
        </p:nvSpPr>
        <p:spPr>
          <a:xfrm>
            <a:off x="371476" y="3429000"/>
            <a:ext cx="11520487" cy="2771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userDrawn="1">
            <p:ph type="ctrTitle"/>
          </p:nvPr>
        </p:nvSpPr>
        <p:spPr>
          <a:xfrm>
            <a:off x="1510507" y="3886201"/>
            <a:ext cx="9242424" cy="1104900"/>
          </a:xfrm>
        </p:spPr>
        <p:txBody>
          <a:bodyPr anchor="ctr">
            <a:normAutofit/>
          </a:bodyPr>
          <a:lstStyle>
            <a:lvl1pPr algn="ctr">
              <a:defRPr sz="54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userDrawn="1">
            <p:ph type="subTitle" idx="1"/>
          </p:nvPr>
        </p:nvSpPr>
        <p:spPr>
          <a:xfrm>
            <a:off x="1510507" y="5130801"/>
            <a:ext cx="9242424" cy="533400"/>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28379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84979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C071DB-1B6B-4FC3-A099-12F35734D22D}"/>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5768407-2D97-4F4F-8CB8-4D3668680B64}"/>
              </a:ext>
            </a:extLst>
          </p:cNvPr>
          <p:cNvSpPr/>
          <p:nvPr userDrawn="1"/>
        </p:nvSpPr>
        <p:spPr>
          <a:xfrm>
            <a:off x="371475" y="1460501"/>
            <a:ext cx="5724525" cy="47402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endParaRPr>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1244600" y="260351"/>
            <a:ext cx="9702800" cy="973137"/>
          </a:xfrm>
        </p:spPr>
        <p:txBody>
          <a:bodyPr>
            <a:normAutofit/>
          </a:bodyPr>
          <a:lstStyle>
            <a:lvl1pPr algn="ct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546100" y="1638299"/>
            <a:ext cx="5346700" cy="4381501"/>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7" name="Picture Placeholder 6">
            <a:extLst>
              <a:ext uri="{FF2B5EF4-FFF2-40B4-BE49-F238E27FC236}">
                <a16:creationId xmlns:a16="http://schemas.microsoft.com/office/drawing/2014/main" id="{6D4AFEBD-46AA-4A09-AD19-CDD123811A47}"/>
              </a:ext>
            </a:extLst>
          </p:cNvPr>
          <p:cNvSpPr>
            <a:spLocks noGrp="1"/>
          </p:cNvSpPr>
          <p:nvPr>
            <p:ph type="pic" sz="quarter" idx="13"/>
          </p:nvPr>
        </p:nvSpPr>
        <p:spPr>
          <a:xfrm>
            <a:off x="6096000" y="1460501"/>
            <a:ext cx="5795963" cy="474027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37717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260351"/>
            <a:ext cx="5495926" cy="2138362"/>
          </a:xfrm>
        </p:spPr>
        <p:txBody>
          <a:bodyPr anchor="b">
            <a:noAutofit/>
          </a:bodyPr>
          <a:lstStyle>
            <a:lvl1pPr>
              <a:defRPr sz="5400"/>
            </a:lvl1pPr>
          </a:lstStyle>
          <a:p>
            <a:r>
              <a:rPr lang="en-US" noProof="0"/>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2603500"/>
            <a:ext cx="5495926" cy="3573463"/>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5" name="Picture Placeholder 1">
            <a:extLst>
              <a:ext uri="{FF2B5EF4-FFF2-40B4-BE49-F238E27FC236}">
                <a16:creationId xmlns:a16="http://schemas.microsoft.com/office/drawing/2014/main" id="{08C777B1-9A90-4B1E-A6AE-9339286077EB}"/>
              </a:ext>
            </a:extLst>
          </p:cNvPr>
          <p:cNvSpPr>
            <a:spLocks noGrp="1"/>
          </p:cNvSpPr>
          <p:nvPr>
            <p:ph type="pic" sz="quarter" idx="10" hasCustomPrompt="1"/>
          </p:nvPr>
        </p:nvSpPr>
        <p:spPr>
          <a:xfrm>
            <a:off x="9191224" y="637283"/>
            <a:ext cx="2692800" cy="278254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dirty="0"/>
              <a:t>Add Image Here</a:t>
            </a:r>
          </a:p>
        </p:txBody>
      </p:sp>
      <p:sp>
        <p:nvSpPr>
          <p:cNvPr id="7" name="Picture Placeholder 2">
            <a:extLst>
              <a:ext uri="{FF2B5EF4-FFF2-40B4-BE49-F238E27FC236}">
                <a16:creationId xmlns:a16="http://schemas.microsoft.com/office/drawing/2014/main" id="{0FEA994A-8056-4F3D-9365-B6A362A93EE3}"/>
              </a:ext>
            </a:extLst>
          </p:cNvPr>
          <p:cNvSpPr>
            <a:spLocks noGrp="1"/>
          </p:cNvSpPr>
          <p:nvPr>
            <p:ph type="pic" sz="quarter" idx="11" hasCustomPrompt="1"/>
          </p:nvPr>
        </p:nvSpPr>
        <p:spPr>
          <a:xfrm>
            <a:off x="6498424" y="3430043"/>
            <a:ext cx="2692800" cy="277232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dirty="0"/>
              <a:t>Add Image Here</a:t>
            </a:r>
          </a:p>
        </p:txBody>
      </p:sp>
      <p:sp>
        <p:nvSpPr>
          <p:cNvPr id="9" name="Rectangle 8">
            <a:extLst>
              <a:ext uri="{FF2B5EF4-FFF2-40B4-BE49-F238E27FC236}">
                <a16:creationId xmlns:a16="http://schemas.microsoft.com/office/drawing/2014/main" id="{E429E334-587D-4420-9285-C2A5F494582B}"/>
              </a:ext>
            </a:extLst>
          </p:cNvPr>
          <p:cNvSpPr/>
          <p:nvPr userDrawn="1"/>
        </p:nvSpPr>
        <p:spPr>
          <a:xfrm>
            <a:off x="9289522" y="3527226"/>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F7BD4601-EF26-4D7C-8CB6-95488F17575B}"/>
              </a:ext>
            </a:extLst>
          </p:cNvPr>
          <p:cNvSpPr/>
          <p:nvPr userDrawn="1"/>
        </p:nvSpPr>
        <p:spPr>
          <a:xfrm>
            <a:off x="8621786" y="2848323"/>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949C41-2679-4E9D-A28C-F0C979F5702B}"/>
              </a:ext>
            </a:extLst>
          </p:cNvPr>
          <p:cNvSpPr/>
          <p:nvPr userDrawn="1"/>
        </p:nvSpPr>
        <p:spPr>
          <a:xfrm>
            <a:off x="8870898" y="2508125"/>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3454B05D-55FD-4118-B899-4095FF50870D}"/>
              </a:ext>
            </a:extLst>
          </p:cNvPr>
          <p:cNvSpPr/>
          <p:nvPr userDrawn="1"/>
        </p:nvSpPr>
        <p:spPr>
          <a:xfrm>
            <a:off x="0" y="933450"/>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40533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1016000"/>
            <a:ext cx="3997324" cy="2501899"/>
          </a:xfrm>
        </p:spPr>
        <p:txBody>
          <a:bodyPr anchor="b">
            <a:noAutofit/>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3619500"/>
            <a:ext cx="3997325" cy="2557463"/>
          </a:xfrm>
        </p:spPr>
        <p:txBody>
          <a:bodyPr>
            <a:norm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4902201" y="619125"/>
            <a:ext cx="3454400" cy="5581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4" name="Picture Placeholder 6">
            <a:extLst>
              <a:ext uri="{FF2B5EF4-FFF2-40B4-BE49-F238E27FC236}">
                <a16:creationId xmlns:a16="http://schemas.microsoft.com/office/drawing/2014/main" id="{F6824EBC-CC6E-4D5A-B85A-DAC55ACE8533}"/>
              </a:ext>
            </a:extLst>
          </p:cNvPr>
          <p:cNvSpPr>
            <a:spLocks noGrp="1"/>
          </p:cNvSpPr>
          <p:nvPr>
            <p:ph type="pic" sz="quarter" idx="14"/>
          </p:nvPr>
        </p:nvSpPr>
        <p:spPr>
          <a:xfrm>
            <a:off x="8432801" y="260351"/>
            <a:ext cx="3454400" cy="558164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5" name="Rectangle 14">
            <a:extLst>
              <a:ext uri="{FF2B5EF4-FFF2-40B4-BE49-F238E27FC236}">
                <a16:creationId xmlns:a16="http://schemas.microsoft.com/office/drawing/2014/main" id="{43661888-890D-4E0C-8076-65EDFDB7DE27}"/>
              </a:ext>
            </a:extLst>
          </p:cNvPr>
          <p:cNvSpPr/>
          <p:nvPr userDrawn="1"/>
        </p:nvSpPr>
        <p:spPr>
          <a:xfrm>
            <a:off x="8432801" y="5842000"/>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AE48EF9-5BAF-4BD7-A6BE-866C0307B69F}"/>
              </a:ext>
            </a:extLst>
          </p:cNvPr>
          <p:cNvSpPr/>
          <p:nvPr userDrawn="1"/>
        </p:nvSpPr>
        <p:spPr>
          <a:xfrm>
            <a:off x="4902201" y="239509"/>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8D4A5F4-99AC-4FB3-8A59-AB8D7B4FC7D7}"/>
              </a:ext>
            </a:extLst>
          </p:cNvPr>
          <p:cNvSpPr/>
          <p:nvPr userDrawn="1"/>
        </p:nvSpPr>
        <p:spPr>
          <a:xfrm>
            <a:off x="0" y="1384300"/>
            <a:ext cx="177800" cy="44577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013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476250"/>
            <a:ext cx="5165724" cy="2557463"/>
          </a:xfrm>
        </p:spPr>
        <p:txBody>
          <a:bodyPr anchor="ctr">
            <a:noAutofit/>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096000" y="476250"/>
            <a:ext cx="5795963" cy="2557463"/>
          </a:xfrm>
        </p:spPr>
        <p:txBody>
          <a:bodyPr>
            <a:norm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71476" y="3233941"/>
            <a:ext cx="11520486" cy="2966833"/>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476250"/>
            <a:ext cx="165100" cy="25574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879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0"/>
            <a:ext cx="513805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6619197" y="1296176"/>
            <a:ext cx="5272764" cy="1551573"/>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619198" y="3073967"/>
            <a:ext cx="5272764" cy="2557463"/>
          </a:xfrm>
        </p:spPr>
        <p:txBody>
          <a:bodyPr>
            <a:norm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1117601" y="1016000"/>
            <a:ext cx="5138058" cy="4978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4" name="Rectangle 3">
            <a:extLst>
              <a:ext uri="{FF2B5EF4-FFF2-40B4-BE49-F238E27FC236}">
                <a16:creationId xmlns:a16="http://schemas.microsoft.com/office/drawing/2014/main" id="{7306EB3B-6A54-45E7-B23D-F9515CC15D12}"/>
              </a:ext>
            </a:extLst>
          </p:cNvPr>
          <p:cNvSpPr/>
          <p:nvPr userDrawn="1"/>
        </p:nvSpPr>
        <p:spPr>
          <a:xfrm>
            <a:off x="0" y="5994400"/>
            <a:ext cx="4093029" cy="86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E110354-15BA-4B22-B7CF-3D5BFA5C722D}"/>
              </a:ext>
            </a:extLst>
          </p:cNvPr>
          <p:cNvSpPr/>
          <p:nvPr userDrawn="1"/>
        </p:nvSpPr>
        <p:spPr>
          <a:xfrm>
            <a:off x="2162630" y="873210"/>
            <a:ext cx="4093029" cy="1385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51357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5" y="1783831"/>
            <a:ext cx="3111954" cy="3290338"/>
          </a:xfrm>
        </p:spPr>
        <p:txBody>
          <a:bodyPr anchor="ctr">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7489370" y="1783832"/>
            <a:ext cx="4402592" cy="3290338"/>
          </a:xfrm>
        </p:spPr>
        <p:txBody>
          <a:bodyPr anchor="ctr">
            <a:norm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672114" y="0"/>
            <a:ext cx="3628571"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Rectangle 4">
            <a:extLst>
              <a:ext uri="{FF2B5EF4-FFF2-40B4-BE49-F238E27FC236}">
                <a16:creationId xmlns:a16="http://schemas.microsoft.com/office/drawing/2014/main" id="{8E16C293-C1E0-4EA5-BDE5-D226D72FC08B}"/>
              </a:ext>
            </a:extLst>
          </p:cNvPr>
          <p:cNvSpPr/>
          <p:nvPr userDrawn="1"/>
        </p:nvSpPr>
        <p:spPr>
          <a:xfrm>
            <a:off x="371475" y="5297714"/>
            <a:ext cx="3111954" cy="156028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C770C08-8FFF-4293-8E7D-DBFEE4E3E443}"/>
              </a:ext>
            </a:extLst>
          </p:cNvPr>
          <p:cNvSpPr/>
          <p:nvPr userDrawn="1"/>
        </p:nvSpPr>
        <p:spPr>
          <a:xfrm>
            <a:off x="7489370" y="0"/>
            <a:ext cx="4402593" cy="15602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14620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1389743"/>
            <a:ext cx="12192000" cy="40785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31850" y="2331584"/>
            <a:ext cx="10515600" cy="1500187"/>
          </a:xfrm>
        </p:spPr>
        <p:txBody>
          <a:bodyPr anchor="ctr"/>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6F2E6F7-3BE5-4484-A73E-3EFDB7348BB5}"/>
              </a:ext>
            </a:extLst>
          </p:cNvPr>
          <p:cNvSpPr>
            <a:spLocks noGrp="1"/>
          </p:cNvSpPr>
          <p:nvPr>
            <p:ph type="body" idx="1"/>
          </p:nvPr>
        </p:nvSpPr>
        <p:spPr>
          <a:xfrm>
            <a:off x="831850" y="3968071"/>
            <a:ext cx="10515600" cy="805542"/>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9" name="Rectangle 8">
            <a:extLst>
              <a:ext uri="{FF2B5EF4-FFF2-40B4-BE49-F238E27FC236}">
                <a16:creationId xmlns:a16="http://schemas.microsoft.com/office/drawing/2014/main" id="{919AEFA0-9379-4E32-9D66-976465036916}"/>
              </a:ext>
            </a:extLst>
          </p:cNvPr>
          <p:cNvSpPr/>
          <p:nvPr userDrawn="1"/>
        </p:nvSpPr>
        <p:spPr>
          <a:xfrm>
            <a:off x="371475" y="580571"/>
            <a:ext cx="1573439" cy="15001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4FFB43B-30D9-4055-B912-4E3C85B03657}"/>
              </a:ext>
            </a:extLst>
          </p:cNvPr>
          <p:cNvSpPr/>
          <p:nvPr userDrawn="1"/>
        </p:nvSpPr>
        <p:spPr>
          <a:xfrm>
            <a:off x="7097486" y="5105274"/>
            <a:ext cx="4794477" cy="7259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8814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0"/>
            <a:ext cx="6096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Picture Placeholder 6">
            <a:extLst>
              <a:ext uri="{FF2B5EF4-FFF2-40B4-BE49-F238E27FC236}">
                <a16:creationId xmlns:a16="http://schemas.microsoft.com/office/drawing/2014/main" id="{391EAACA-1322-4E60-917E-C7408F539D5D}"/>
              </a:ext>
            </a:extLst>
          </p:cNvPr>
          <p:cNvSpPr>
            <a:spLocks noGrp="1"/>
          </p:cNvSpPr>
          <p:nvPr>
            <p:ph type="pic" sz="quarter" idx="13"/>
          </p:nvPr>
        </p:nvSpPr>
        <p:spPr>
          <a:xfrm>
            <a:off x="371476" y="260350"/>
            <a:ext cx="11520488" cy="600982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1174750" y="3957831"/>
            <a:ext cx="9620250" cy="1500187"/>
          </a:xfrm>
        </p:spPr>
        <p:txBody>
          <a:bodyPr anchor="ctr"/>
          <a:lstStyle>
            <a:lvl1pPr>
              <a:defRPr sz="6000">
                <a:solidFill>
                  <a:schemeClr val="bg1"/>
                </a:solidFill>
              </a:defRPr>
            </a:lvl1pPr>
          </a:lstStyle>
          <a:p>
            <a:r>
              <a:rPr lang="en-US" noProof="0"/>
              <a:t>Click to edit Master title style</a:t>
            </a:r>
            <a:endParaRPr lang="en-US" noProof="0" dirty="0"/>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2" name="Freeform: Shape 11">
            <a:extLst>
              <a:ext uri="{FF2B5EF4-FFF2-40B4-BE49-F238E27FC236}">
                <a16:creationId xmlns:a16="http://schemas.microsoft.com/office/drawing/2014/main" id="{43296215-27AE-462B-9127-E1C932633896}"/>
              </a:ext>
            </a:extLst>
          </p:cNvPr>
          <p:cNvSpPr/>
          <p:nvPr userDrawn="1"/>
        </p:nvSpPr>
        <p:spPr>
          <a:xfrm>
            <a:off x="1093471" y="3843394"/>
            <a:ext cx="1722120" cy="1729060"/>
          </a:xfrm>
          <a:custGeom>
            <a:avLst/>
            <a:gdLst>
              <a:gd name="connsiteX0" fmla="*/ 0 w 2730500"/>
              <a:gd name="connsiteY0" fmla="*/ 0 h 2730500"/>
              <a:gd name="connsiteX1" fmla="*/ 2730500 w 2730500"/>
              <a:gd name="connsiteY1" fmla="*/ 0 h 2730500"/>
              <a:gd name="connsiteX2" fmla="*/ 2730500 w 2730500"/>
              <a:gd name="connsiteY2" fmla="*/ 672834 h 2730500"/>
              <a:gd name="connsiteX3" fmla="*/ 2606675 w 2730500"/>
              <a:gd name="connsiteY3" fmla="*/ 672834 h 2730500"/>
              <a:gd name="connsiteX4" fmla="*/ 2606675 w 2730500"/>
              <a:gd name="connsiteY4" fmla="*/ 116870 h 2730500"/>
              <a:gd name="connsiteX5" fmla="*/ 123826 w 2730500"/>
              <a:gd name="connsiteY5" fmla="*/ 116870 h 2730500"/>
              <a:gd name="connsiteX6" fmla="*/ 123826 w 2730500"/>
              <a:gd name="connsiteY6" fmla="*/ 2613630 h 2730500"/>
              <a:gd name="connsiteX7" fmla="*/ 2606675 w 2730500"/>
              <a:gd name="connsiteY7" fmla="*/ 2613630 h 2730500"/>
              <a:gd name="connsiteX8" fmla="*/ 2606675 w 2730500"/>
              <a:gd name="connsiteY8" fmla="*/ 2066205 h 2730500"/>
              <a:gd name="connsiteX9" fmla="*/ 2730500 w 2730500"/>
              <a:gd name="connsiteY9" fmla="*/ 2066205 h 2730500"/>
              <a:gd name="connsiteX10" fmla="*/ 2730500 w 2730500"/>
              <a:gd name="connsiteY10" fmla="*/ 2730500 h 2730500"/>
              <a:gd name="connsiteX11" fmla="*/ 0 w 2730500"/>
              <a:gd name="connsiteY11" fmla="*/ 2730500 h 273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0500" h="2730500">
                <a:moveTo>
                  <a:pt x="0" y="0"/>
                </a:moveTo>
                <a:lnTo>
                  <a:pt x="2730500" y="0"/>
                </a:lnTo>
                <a:lnTo>
                  <a:pt x="2730500" y="672834"/>
                </a:lnTo>
                <a:lnTo>
                  <a:pt x="2606675" y="672834"/>
                </a:lnTo>
                <a:lnTo>
                  <a:pt x="2606675" y="116870"/>
                </a:lnTo>
                <a:lnTo>
                  <a:pt x="123826" y="116870"/>
                </a:lnTo>
                <a:lnTo>
                  <a:pt x="123826" y="2613630"/>
                </a:lnTo>
                <a:lnTo>
                  <a:pt x="2606675" y="2613630"/>
                </a:lnTo>
                <a:lnTo>
                  <a:pt x="2606675" y="2066205"/>
                </a:lnTo>
                <a:lnTo>
                  <a:pt x="2730500" y="2066205"/>
                </a:lnTo>
                <a:lnTo>
                  <a:pt x="2730500" y="2730500"/>
                </a:lnTo>
                <a:lnTo>
                  <a:pt x="0" y="27305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27479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2DB7CFEB-6952-4BC3-B9E0-0C382490F9E6}"/>
              </a:ext>
            </a:extLst>
          </p:cNvPr>
          <p:cNvSpPr>
            <a:spLocks noGrp="1"/>
          </p:cNvSpPr>
          <p:nvPr>
            <p:ph type="pic" sz="quarter" idx="13"/>
          </p:nvPr>
        </p:nvSpPr>
        <p:spPr>
          <a:xfrm>
            <a:off x="5400675" y="260350"/>
            <a:ext cx="6499502" cy="5940425"/>
          </a:xfrm>
          <a:custGeom>
            <a:avLst/>
            <a:gdLst>
              <a:gd name="connsiteX0" fmla="*/ 4432576 w 6499502"/>
              <a:gd name="connsiteY0" fmla="*/ 4057650 h 5940425"/>
              <a:gd name="connsiteX1" fmla="*/ 6499502 w 6499502"/>
              <a:gd name="connsiteY1" fmla="*/ 4057650 h 5940425"/>
              <a:gd name="connsiteX2" fmla="*/ 6499502 w 6499502"/>
              <a:gd name="connsiteY2" fmla="*/ 5940425 h 5940425"/>
              <a:gd name="connsiteX3" fmla="*/ 4432576 w 6499502"/>
              <a:gd name="connsiteY3" fmla="*/ 5940425 h 5940425"/>
              <a:gd name="connsiteX4" fmla="*/ 2216288 w 6499502"/>
              <a:gd name="connsiteY4" fmla="*/ 4057650 h 5940425"/>
              <a:gd name="connsiteX5" fmla="*/ 4283214 w 6499502"/>
              <a:gd name="connsiteY5" fmla="*/ 4057650 h 5940425"/>
              <a:gd name="connsiteX6" fmla="*/ 4283214 w 6499502"/>
              <a:gd name="connsiteY6" fmla="*/ 5940425 h 5940425"/>
              <a:gd name="connsiteX7" fmla="*/ 2216288 w 6499502"/>
              <a:gd name="connsiteY7" fmla="*/ 5940425 h 5940425"/>
              <a:gd name="connsiteX8" fmla="*/ 0 w 6499502"/>
              <a:gd name="connsiteY8" fmla="*/ 4057650 h 5940425"/>
              <a:gd name="connsiteX9" fmla="*/ 2066926 w 6499502"/>
              <a:gd name="connsiteY9" fmla="*/ 4057650 h 5940425"/>
              <a:gd name="connsiteX10" fmla="*/ 2066926 w 6499502"/>
              <a:gd name="connsiteY10" fmla="*/ 5940425 h 5940425"/>
              <a:gd name="connsiteX11" fmla="*/ 0 w 6499502"/>
              <a:gd name="connsiteY11" fmla="*/ 5940425 h 5940425"/>
              <a:gd name="connsiteX12" fmla="*/ 4432576 w 6499502"/>
              <a:gd name="connsiteY12" fmla="*/ 2028825 h 5940425"/>
              <a:gd name="connsiteX13" fmla="*/ 6499502 w 6499502"/>
              <a:gd name="connsiteY13" fmla="*/ 2028825 h 5940425"/>
              <a:gd name="connsiteX14" fmla="*/ 6499502 w 6499502"/>
              <a:gd name="connsiteY14" fmla="*/ 3911600 h 5940425"/>
              <a:gd name="connsiteX15" fmla="*/ 4432576 w 6499502"/>
              <a:gd name="connsiteY15" fmla="*/ 3911600 h 5940425"/>
              <a:gd name="connsiteX16" fmla="*/ 2216288 w 6499502"/>
              <a:gd name="connsiteY16" fmla="*/ 2028825 h 5940425"/>
              <a:gd name="connsiteX17" fmla="*/ 4283214 w 6499502"/>
              <a:gd name="connsiteY17" fmla="*/ 2028825 h 5940425"/>
              <a:gd name="connsiteX18" fmla="*/ 4283214 w 6499502"/>
              <a:gd name="connsiteY18" fmla="*/ 3911600 h 5940425"/>
              <a:gd name="connsiteX19" fmla="*/ 2216288 w 6499502"/>
              <a:gd name="connsiteY19" fmla="*/ 3911600 h 5940425"/>
              <a:gd name="connsiteX20" fmla="*/ 0 w 6499502"/>
              <a:gd name="connsiteY20" fmla="*/ 2028825 h 5940425"/>
              <a:gd name="connsiteX21" fmla="*/ 2066926 w 6499502"/>
              <a:gd name="connsiteY21" fmla="*/ 2028825 h 5940425"/>
              <a:gd name="connsiteX22" fmla="*/ 2066926 w 6499502"/>
              <a:gd name="connsiteY22" fmla="*/ 3911600 h 5940425"/>
              <a:gd name="connsiteX23" fmla="*/ 0 w 6499502"/>
              <a:gd name="connsiteY23" fmla="*/ 3911600 h 5940425"/>
              <a:gd name="connsiteX24" fmla="*/ 4432576 w 6499502"/>
              <a:gd name="connsiteY24" fmla="*/ 0 h 5940425"/>
              <a:gd name="connsiteX25" fmla="*/ 6499502 w 6499502"/>
              <a:gd name="connsiteY25" fmla="*/ 0 h 5940425"/>
              <a:gd name="connsiteX26" fmla="*/ 6499502 w 6499502"/>
              <a:gd name="connsiteY26" fmla="*/ 1882775 h 5940425"/>
              <a:gd name="connsiteX27" fmla="*/ 4432576 w 6499502"/>
              <a:gd name="connsiteY27" fmla="*/ 1882775 h 5940425"/>
              <a:gd name="connsiteX28" fmla="*/ 2216288 w 6499502"/>
              <a:gd name="connsiteY28" fmla="*/ 0 h 5940425"/>
              <a:gd name="connsiteX29" fmla="*/ 4283214 w 6499502"/>
              <a:gd name="connsiteY29" fmla="*/ 0 h 5940425"/>
              <a:gd name="connsiteX30" fmla="*/ 4283214 w 6499502"/>
              <a:gd name="connsiteY30" fmla="*/ 1882775 h 5940425"/>
              <a:gd name="connsiteX31" fmla="*/ 2216288 w 6499502"/>
              <a:gd name="connsiteY31" fmla="*/ 1882775 h 5940425"/>
              <a:gd name="connsiteX32" fmla="*/ 0 w 6499502"/>
              <a:gd name="connsiteY32" fmla="*/ 0 h 5940425"/>
              <a:gd name="connsiteX33" fmla="*/ 2066926 w 6499502"/>
              <a:gd name="connsiteY33" fmla="*/ 0 h 5940425"/>
              <a:gd name="connsiteX34" fmla="*/ 2066926 w 6499502"/>
              <a:gd name="connsiteY34" fmla="*/ 1882775 h 5940425"/>
              <a:gd name="connsiteX35" fmla="*/ 0 w 6499502"/>
              <a:gd name="connsiteY35" fmla="*/ 1882775 h 594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99502" h="5940425">
                <a:moveTo>
                  <a:pt x="4432576" y="4057650"/>
                </a:moveTo>
                <a:lnTo>
                  <a:pt x="6499502" y="4057650"/>
                </a:lnTo>
                <a:lnTo>
                  <a:pt x="6499502" y="5940425"/>
                </a:lnTo>
                <a:lnTo>
                  <a:pt x="4432576" y="5940425"/>
                </a:lnTo>
                <a:close/>
                <a:moveTo>
                  <a:pt x="2216288" y="4057650"/>
                </a:moveTo>
                <a:lnTo>
                  <a:pt x="4283214" y="4057650"/>
                </a:lnTo>
                <a:lnTo>
                  <a:pt x="4283214" y="5940425"/>
                </a:lnTo>
                <a:lnTo>
                  <a:pt x="2216288" y="5940425"/>
                </a:lnTo>
                <a:close/>
                <a:moveTo>
                  <a:pt x="0" y="4057650"/>
                </a:moveTo>
                <a:lnTo>
                  <a:pt x="2066926" y="4057650"/>
                </a:lnTo>
                <a:lnTo>
                  <a:pt x="2066926" y="5940425"/>
                </a:lnTo>
                <a:lnTo>
                  <a:pt x="0" y="5940425"/>
                </a:lnTo>
                <a:close/>
                <a:moveTo>
                  <a:pt x="4432576" y="2028825"/>
                </a:moveTo>
                <a:lnTo>
                  <a:pt x="6499502" y="2028825"/>
                </a:lnTo>
                <a:lnTo>
                  <a:pt x="6499502" y="3911600"/>
                </a:lnTo>
                <a:lnTo>
                  <a:pt x="4432576" y="3911600"/>
                </a:lnTo>
                <a:close/>
                <a:moveTo>
                  <a:pt x="2216288" y="2028825"/>
                </a:moveTo>
                <a:lnTo>
                  <a:pt x="4283214" y="2028825"/>
                </a:lnTo>
                <a:lnTo>
                  <a:pt x="4283214" y="3911600"/>
                </a:lnTo>
                <a:lnTo>
                  <a:pt x="2216288" y="3911600"/>
                </a:lnTo>
                <a:close/>
                <a:moveTo>
                  <a:pt x="0" y="2028825"/>
                </a:moveTo>
                <a:lnTo>
                  <a:pt x="2066926" y="2028825"/>
                </a:lnTo>
                <a:lnTo>
                  <a:pt x="2066926" y="3911600"/>
                </a:lnTo>
                <a:lnTo>
                  <a:pt x="0" y="3911600"/>
                </a:lnTo>
                <a:close/>
                <a:moveTo>
                  <a:pt x="4432576" y="0"/>
                </a:moveTo>
                <a:lnTo>
                  <a:pt x="6499502" y="0"/>
                </a:lnTo>
                <a:lnTo>
                  <a:pt x="6499502" y="1882775"/>
                </a:lnTo>
                <a:lnTo>
                  <a:pt x="4432576" y="1882775"/>
                </a:lnTo>
                <a:close/>
                <a:moveTo>
                  <a:pt x="2216288" y="0"/>
                </a:moveTo>
                <a:lnTo>
                  <a:pt x="4283214" y="0"/>
                </a:lnTo>
                <a:lnTo>
                  <a:pt x="4283214" y="1882775"/>
                </a:lnTo>
                <a:lnTo>
                  <a:pt x="2216288" y="1882775"/>
                </a:lnTo>
                <a:close/>
                <a:moveTo>
                  <a:pt x="0" y="0"/>
                </a:moveTo>
                <a:lnTo>
                  <a:pt x="2066926" y="0"/>
                </a:lnTo>
                <a:lnTo>
                  <a:pt x="2066926" y="1882775"/>
                </a:lnTo>
                <a:lnTo>
                  <a:pt x="0" y="1882775"/>
                </a:lnTo>
                <a:close/>
              </a:path>
            </a:pathLst>
          </a:custGeom>
          <a:solidFill>
            <a:schemeClr val="bg1">
              <a:lumMod val="95000"/>
            </a:schemeClr>
          </a:solidFill>
        </p:spPr>
        <p:txBody>
          <a:bodyPr vert="horz" wrap="square" lIns="91440" tIns="45720" rIns="91440" bIns="45720" rtlCol="0" anchor="ctr">
            <a:noAutofit/>
          </a:bodyPr>
          <a:lstStyle>
            <a:lvl1pPr>
              <a:defRPr lang="en-US" sz="180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1596928"/>
            <a:ext cx="4810125" cy="3267268"/>
          </a:xfrm>
        </p:spPr>
        <p:txBody>
          <a:bodyPr anchor="ctr"/>
          <a:lstStyle>
            <a:lvl1pPr>
              <a:defRPr sz="6000">
                <a:solidFill>
                  <a:schemeClr val="accent5"/>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3933498" y="4952673"/>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76B43515-5C7A-4125-B76D-8A24D2BBE5EC}"/>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0C9A713B-4176-4C86-9E87-4ADBD6F444FB}"/>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62233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3917949"/>
            <a:ext cx="6915150" cy="2268337"/>
          </a:xfrm>
        </p:spPr>
        <p:txBody>
          <a:bodyPr anchor="ctr"/>
          <a:lstStyle>
            <a:lvl1pPr>
              <a:defRPr sz="6000">
                <a:solidFill>
                  <a:schemeClr val="tx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5222179" y="2327274"/>
            <a:ext cx="2176462" cy="15112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Rectangle 25">
            <a:extLst>
              <a:ext uri="{FF2B5EF4-FFF2-40B4-BE49-F238E27FC236}">
                <a16:creationId xmlns:a16="http://schemas.microsoft.com/office/drawing/2014/main" id="{DFA0623C-0B34-4074-8AA0-6428A5AF07A3}"/>
              </a:ext>
            </a:extLst>
          </p:cNvPr>
          <p:cNvSpPr/>
          <p:nvPr userDrawn="1"/>
        </p:nvSpPr>
        <p:spPr>
          <a:xfrm>
            <a:off x="7468839" y="3917949"/>
            <a:ext cx="2176462" cy="228282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B5D335A5-A601-4D8A-AEF5-F34792FF565A}"/>
              </a:ext>
            </a:extLst>
          </p:cNvPr>
          <p:cNvSpPr>
            <a:spLocks noGrp="1"/>
          </p:cNvSpPr>
          <p:nvPr>
            <p:ph type="pic" sz="quarter" idx="21"/>
          </p:nvPr>
        </p:nvSpPr>
        <p:spPr>
          <a:xfrm>
            <a:off x="371474" y="260351"/>
            <a:ext cx="11520489" cy="5940424"/>
          </a:xfrm>
          <a:custGeom>
            <a:avLst/>
            <a:gdLst>
              <a:gd name="connsiteX0" fmla="*/ 9344026 w 11520489"/>
              <a:gd name="connsiteY0" fmla="*/ 3657598 h 5940424"/>
              <a:gd name="connsiteX1" fmla="*/ 11520489 w 11520489"/>
              <a:gd name="connsiteY1" fmla="*/ 3657598 h 5940424"/>
              <a:gd name="connsiteX2" fmla="*/ 11520489 w 11520489"/>
              <a:gd name="connsiteY2" fmla="*/ 5940424 h 5940424"/>
              <a:gd name="connsiteX3" fmla="*/ 9344026 w 11520489"/>
              <a:gd name="connsiteY3" fmla="*/ 5940424 h 5940424"/>
              <a:gd name="connsiteX4" fmla="*/ 9344026 w 11520489"/>
              <a:gd name="connsiteY4" fmla="*/ 2066924 h 5940424"/>
              <a:gd name="connsiteX5" fmla="*/ 11520489 w 11520489"/>
              <a:gd name="connsiteY5" fmla="*/ 2066924 h 5940424"/>
              <a:gd name="connsiteX6" fmla="*/ 11520489 w 11520489"/>
              <a:gd name="connsiteY6" fmla="*/ 3578224 h 5940424"/>
              <a:gd name="connsiteX7" fmla="*/ 9344026 w 11520489"/>
              <a:gd name="connsiteY7" fmla="*/ 3578224 h 5940424"/>
              <a:gd name="connsiteX8" fmla="*/ 7097365 w 11520489"/>
              <a:gd name="connsiteY8" fmla="*/ 2066924 h 5940424"/>
              <a:gd name="connsiteX9" fmla="*/ 9273828 w 11520489"/>
              <a:gd name="connsiteY9" fmla="*/ 2066924 h 5940424"/>
              <a:gd name="connsiteX10" fmla="*/ 9273828 w 11520489"/>
              <a:gd name="connsiteY10" fmla="*/ 3578224 h 5940424"/>
              <a:gd name="connsiteX11" fmla="*/ 7097365 w 11520489"/>
              <a:gd name="connsiteY11" fmla="*/ 3578224 h 5940424"/>
              <a:gd name="connsiteX12" fmla="*/ 2604044 w 11520489"/>
              <a:gd name="connsiteY12" fmla="*/ 2066923 h 5940424"/>
              <a:gd name="connsiteX13" fmla="*/ 4780506 w 11520489"/>
              <a:gd name="connsiteY13" fmla="*/ 2066923 h 5940424"/>
              <a:gd name="connsiteX14" fmla="*/ 4780506 w 11520489"/>
              <a:gd name="connsiteY14" fmla="*/ 3578222 h 5940424"/>
              <a:gd name="connsiteX15" fmla="*/ 2604044 w 11520489"/>
              <a:gd name="connsiteY15" fmla="*/ 3578222 h 5940424"/>
              <a:gd name="connsiteX16" fmla="*/ 0 w 11520489"/>
              <a:gd name="connsiteY16" fmla="*/ 2066923 h 5940424"/>
              <a:gd name="connsiteX17" fmla="*/ 2533843 w 11520489"/>
              <a:gd name="connsiteY17" fmla="*/ 2066923 h 5940424"/>
              <a:gd name="connsiteX18" fmla="*/ 2533843 w 11520489"/>
              <a:gd name="connsiteY18" fmla="*/ 3578222 h 5940424"/>
              <a:gd name="connsiteX19" fmla="*/ 0 w 11520489"/>
              <a:gd name="connsiteY19" fmla="*/ 3578222 h 5940424"/>
              <a:gd name="connsiteX20" fmla="*/ 2604046 w 11520489"/>
              <a:gd name="connsiteY20" fmla="*/ 0 h 5940424"/>
              <a:gd name="connsiteX21" fmla="*/ 4780509 w 11520489"/>
              <a:gd name="connsiteY21" fmla="*/ 0 h 5940424"/>
              <a:gd name="connsiteX22" fmla="*/ 4780509 w 11520489"/>
              <a:gd name="connsiteY22" fmla="*/ 1987550 h 5940424"/>
              <a:gd name="connsiteX23" fmla="*/ 2604046 w 11520489"/>
              <a:gd name="connsiteY23" fmla="*/ 1987550 h 5940424"/>
              <a:gd name="connsiteX24" fmla="*/ 2 w 11520489"/>
              <a:gd name="connsiteY24" fmla="*/ 0 h 5940424"/>
              <a:gd name="connsiteX25" fmla="*/ 2533845 w 11520489"/>
              <a:gd name="connsiteY25" fmla="*/ 0 h 5940424"/>
              <a:gd name="connsiteX26" fmla="*/ 2533845 w 11520489"/>
              <a:gd name="connsiteY26" fmla="*/ 1987550 h 5940424"/>
              <a:gd name="connsiteX27" fmla="*/ 2 w 11520489"/>
              <a:gd name="connsiteY27" fmla="*/ 1987550 h 5940424"/>
              <a:gd name="connsiteX28" fmla="*/ 7097365 w 11520489"/>
              <a:gd name="connsiteY28" fmla="*/ 0 h 5940424"/>
              <a:gd name="connsiteX29" fmla="*/ 9273828 w 11520489"/>
              <a:gd name="connsiteY29" fmla="*/ 0 h 5940424"/>
              <a:gd name="connsiteX30" fmla="*/ 9273828 w 11520489"/>
              <a:gd name="connsiteY30" fmla="*/ 1987550 h 5940424"/>
              <a:gd name="connsiteX31" fmla="*/ 7097365 w 11520489"/>
              <a:gd name="connsiteY31" fmla="*/ 1987550 h 5940424"/>
              <a:gd name="connsiteX32" fmla="*/ 4850705 w 11520489"/>
              <a:gd name="connsiteY32" fmla="*/ 0 h 5940424"/>
              <a:gd name="connsiteX33" fmla="*/ 7027168 w 11520489"/>
              <a:gd name="connsiteY33" fmla="*/ 0 h 5940424"/>
              <a:gd name="connsiteX34" fmla="*/ 7027168 w 11520489"/>
              <a:gd name="connsiteY34" fmla="*/ 1987550 h 5940424"/>
              <a:gd name="connsiteX35" fmla="*/ 4850705 w 11520489"/>
              <a:gd name="connsiteY35" fmla="*/ 1987550 h 5940424"/>
              <a:gd name="connsiteX36" fmla="*/ 9344025 w 11520489"/>
              <a:gd name="connsiteY36" fmla="*/ 0 h 5940424"/>
              <a:gd name="connsiteX37" fmla="*/ 11520488 w 11520489"/>
              <a:gd name="connsiteY37" fmla="*/ 0 h 5940424"/>
              <a:gd name="connsiteX38" fmla="*/ 11520488 w 11520489"/>
              <a:gd name="connsiteY38" fmla="*/ 1987550 h 5940424"/>
              <a:gd name="connsiteX39" fmla="*/ 9344025 w 11520489"/>
              <a:gd name="connsiteY39" fmla="*/ 1987550 h 594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520489" h="5940424">
                <a:moveTo>
                  <a:pt x="9344026" y="3657598"/>
                </a:moveTo>
                <a:lnTo>
                  <a:pt x="11520489" y="3657598"/>
                </a:lnTo>
                <a:lnTo>
                  <a:pt x="11520489" y="5940424"/>
                </a:lnTo>
                <a:lnTo>
                  <a:pt x="9344026" y="5940424"/>
                </a:lnTo>
                <a:close/>
                <a:moveTo>
                  <a:pt x="9344026" y="2066924"/>
                </a:moveTo>
                <a:lnTo>
                  <a:pt x="11520489" y="2066924"/>
                </a:lnTo>
                <a:lnTo>
                  <a:pt x="11520489" y="3578224"/>
                </a:lnTo>
                <a:lnTo>
                  <a:pt x="9344026" y="3578224"/>
                </a:lnTo>
                <a:close/>
                <a:moveTo>
                  <a:pt x="7097365" y="2066924"/>
                </a:moveTo>
                <a:lnTo>
                  <a:pt x="9273828" y="2066924"/>
                </a:lnTo>
                <a:lnTo>
                  <a:pt x="9273828" y="3578224"/>
                </a:lnTo>
                <a:lnTo>
                  <a:pt x="7097365" y="3578224"/>
                </a:lnTo>
                <a:close/>
                <a:moveTo>
                  <a:pt x="2604044" y="2066923"/>
                </a:moveTo>
                <a:lnTo>
                  <a:pt x="4780506" y="2066923"/>
                </a:lnTo>
                <a:lnTo>
                  <a:pt x="4780506" y="3578222"/>
                </a:lnTo>
                <a:lnTo>
                  <a:pt x="2604044" y="3578222"/>
                </a:lnTo>
                <a:close/>
                <a:moveTo>
                  <a:pt x="0" y="2066923"/>
                </a:moveTo>
                <a:lnTo>
                  <a:pt x="2533843" y="2066923"/>
                </a:lnTo>
                <a:lnTo>
                  <a:pt x="2533843" y="3578222"/>
                </a:lnTo>
                <a:lnTo>
                  <a:pt x="0" y="3578222"/>
                </a:lnTo>
                <a:close/>
                <a:moveTo>
                  <a:pt x="2604046" y="0"/>
                </a:moveTo>
                <a:lnTo>
                  <a:pt x="4780509" y="0"/>
                </a:lnTo>
                <a:lnTo>
                  <a:pt x="4780509" y="1987550"/>
                </a:lnTo>
                <a:lnTo>
                  <a:pt x="2604046" y="1987550"/>
                </a:lnTo>
                <a:close/>
                <a:moveTo>
                  <a:pt x="2" y="0"/>
                </a:moveTo>
                <a:lnTo>
                  <a:pt x="2533845" y="0"/>
                </a:lnTo>
                <a:lnTo>
                  <a:pt x="2533845" y="1987550"/>
                </a:lnTo>
                <a:lnTo>
                  <a:pt x="2" y="1987550"/>
                </a:lnTo>
                <a:close/>
                <a:moveTo>
                  <a:pt x="7097365" y="0"/>
                </a:moveTo>
                <a:lnTo>
                  <a:pt x="9273828" y="0"/>
                </a:lnTo>
                <a:lnTo>
                  <a:pt x="9273828" y="1987550"/>
                </a:lnTo>
                <a:lnTo>
                  <a:pt x="7097365" y="1987550"/>
                </a:lnTo>
                <a:close/>
                <a:moveTo>
                  <a:pt x="4850705" y="0"/>
                </a:moveTo>
                <a:lnTo>
                  <a:pt x="7027168" y="0"/>
                </a:lnTo>
                <a:lnTo>
                  <a:pt x="7027168" y="1987550"/>
                </a:lnTo>
                <a:lnTo>
                  <a:pt x="4850705" y="1987550"/>
                </a:lnTo>
                <a:close/>
                <a:moveTo>
                  <a:pt x="9344025" y="0"/>
                </a:moveTo>
                <a:lnTo>
                  <a:pt x="11520488" y="0"/>
                </a:lnTo>
                <a:lnTo>
                  <a:pt x="11520488" y="1987550"/>
                </a:lnTo>
                <a:lnTo>
                  <a:pt x="9344025" y="1987550"/>
                </a:lnTo>
                <a:close/>
              </a:path>
            </a:pathLst>
          </a:custGeom>
          <a:solidFill>
            <a:schemeClr val="bg1">
              <a:lumMod val="95000"/>
            </a:schemeClr>
          </a:solidFill>
        </p:spPr>
        <p:txBody>
          <a:bodyPr vert="horz" wrap="square" lIns="91440" tIns="45720" rIns="91440" bIns="45720" rtlCol="0" anchor="t">
            <a:no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2883340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76300" y="4406207"/>
            <a:ext cx="10439400" cy="1175444"/>
          </a:xfrm>
        </p:spPr>
        <p:txBody>
          <a:bodyPr anchor="ctr"/>
          <a:lstStyle>
            <a:lvl1pPr algn="ctr">
              <a:defRPr sz="6000">
                <a:solidFill>
                  <a:schemeClr val="accent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0" y="0"/>
            <a:ext cx="12191999" cy="28479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6">
            <a:extLst>
              <a:ext uri="{FF2B5EF4-FFF2-40B4-BE49-F238E27FC236}">
                <a16:creationId xmlns:a16="http://schemas.microsoft.com/office/drawing/2014/main" id="{230D70C6-13FD-45D4-8FB6-26C56B8FF2D4}"/>
              </a:ext>
            </a:extLst>
          </p:cNvPr>
          <p:cNvSpPr>
            <a:spLocks noGrp="1"/>
          </p:cNvSpPr>
          <p:nvPr>
            <p:ph type="pic" sz="quarter" idx="13"/>
          </p:nvPr>
        </p:nvSpPr>
        <p:spPr>
          <a:xfrm>
            <a:off x="371476" y="260350"/>
            <a:ext cx="11520488" cy="365759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3" name="Rectangle 2">
            <a:extLst>
              <a:ext uri="{FF2B5EF4-FFF2-40B4-BE49-F238E27FC236}">
                <a16:creationId xmlns:a16="http://schemas.microsoft.com/office/drawing/2014/main" id="{E10ED78A-2A17-41C4-9030-D406C56DDF4A}"/>
              </a:ext>
            </a:extLst>
          </p:cNvPr>
          <p:cNvSpPr/>
          <p:nvPr userDrawn="1"/>
        </p:nvSpPr>
        <p:spPr>
          <a:xfrm>
            <a:off x="5795961" y="3914082"/>
            <a:ext cx="600075" cy="2918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54458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6C789F-805A-4494-8430-C63414191AC2}"/>
              </a:ext>
            </a:extLst>
          </p:cNvPr>
          <p:cNvSpPr/>
          <p:nvPr userDrawn="1"/>
        </p:nvSpPr>
        <p:spPr>
          <a:xfrm>
            <a:off x="371475" y="1526382"/>
            <a:ext cx="3595688" cy="4562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5A73287-EED0-4EEC-8007-E2C13366027B}"/>
              </a:ext>
            </a:extLst>
          </p:cNvPr>
          <p:cNvSpPr/>
          <p:nvPr userDrawn="1"/>
        </p:nvSpPr>
        <p:spPr>
          <a:xfrm>
            <a:off x="8224838" y="1526382"/>
            <a:ext cx="3595688" cy="4562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581026" y="1724025"/>
            <a:ext cx="314325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8451282" y="1712119"/>
            <a:ext cx="314280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967163" y="1233488"/>
            <a:ext cx="4257675"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187661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A73287-EED0-4EEC-8007-E2C13366027B}"/>
              </a:ext>
            </a:extLst>
          </p:cNvPr>
          <p:cNvSpPr/>
          <p:nvPr userDrawn="1"/>
        </p:nvSpPr>
        <p:spPr>
          <a:xfrm>
            <a:off x="6200775" y="1233487"/>
            <a:ext cx="5619751" cy="273367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1357414"/>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5757863" cy="24156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1" name="Picture Placeholder 6">
            <a:extLst>
              <a:ext uri="{FF2B5EF4-FFF2-40B4-BE49-F238E27FC236}">
                <a16:creationId xmlns:a16="http://schemas.microsoft.com/office/drawing/2014/main" id="{B9795E85-7B91-41BB-9DF4-A4893AA48FFA}"/>
              </a:ext>
            </a:extLst>
          </p:cNvPr>
          <p:cNvSpPr>
            <a:spLocks noGrp="1"/>
          </p:cNvSpPr>
          <p:nvPr>
            <p:ph type="pic" sz="quarter" idx="14"/>
          </p:nvPr>
        </p:nvSpPr>
        <p:spPr>
          <a:xfrm>
            <a:off x="6200775" y="3967163"/>
            <a:ext cx="5619750" cy="24145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5757863"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48474"/>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810182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11520488" cy="238136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11520488"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3808206"/>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08236"/>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C15E3050-1157-4448-A84E-5AC72FC84A7F}"/>
              </a:ext>
            </a:extLst>
          </p:cNvPr>
          <p:cNvCxnSpPr/>
          <p:nvPr userDrawn="1"/>
        </p:nvCxnSpPr>
        <p:spPr>
          <a:xfrm>
            <a:off x="6131719" y="3774712"/>
            <a:ext cx="0" cy="247184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53863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21">
            <a:extLst>
              <a:ext uri="{FF2B5EF4-FFF2-40B4-BE49-F238E27FC236}">
                <a16:creationId xmlns:a16="http://schemas.microsoft.com/office/drawing/2014/main" id="{115DEB4D-1697-4E72-B2BF-F5EA1EF3B009}"/>
              </a:ext>
            </a:extLst>
          </p:cNvPr>
          <p:cNvSpPr/>
          <p:nvPr userDrawn="1"/>
        </p:nvSpPr>
        <p:spPr>
          <a:xfrm>
            <a:off x="7162799" y="3052634"/>
            <a:ext cx="1368533" cy="11301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371475" y="1334424"/>
            <a:ext cx="4448175" cy="1520824"/>
          </a:xfrm>
        </p:spPr>
        <p:txBody>
          <a:bodyPr anchor="b">
            <a:noAutofit/>
          </a:bodyPr>
          <a:lstStyle>
            <a:lvl1pPr>
              <a:defRPr sz="3600"/>
            </a:lvl1pPr>
          </a:lstStyle>
          <a:p>
            <a:r>
              <a:rPr lang="en-US" noProof="0"/>
              <a:t>Click to edit Master title style</a:t>
            </a:r>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3609563" y="3118775"/>
            <a:ext cx="2927311" cy="308199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371475" y="3118776"/>
            <a:ext cx="2926800" cy="3081922"/>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Picture Placeholder 24">
            <a:extLst>
              <a:ext uri="{FF2B5EF4-FFF2-40B4-BE49-F238E27FC236}">
                <a16:creationId xmlns:a16="http://schemas.microsoft.com/office/drawing/2014/main" id="{84421AF3-217F-49BD-BF47-1140F3F445D8}"/>
              </a:ext>
            </a:extLst>
          </p:cNvPr>
          <p:cNvSpPr>
            <a:spLocks noGrp="1"/>
          </p:cNvSpPr>
          <p:nvPr>
            <p:ph type="pic" sz="quarter" idx="15"/>
          </p:nvPr>
        </p:nvSpPr>
        <p:spPr>
          <a:xfrm>
            <a:off x="4908415" y="-4277"/>
            <a:ext cx="7283585" cy="6204974"/>
          </a:xfrm>
          <a:custGeom>
            <a:avLst/>
            <a:gdLst>
              <a:gd name="connsiteX0" fmla="*/ 4914900 w 7283585"/>
              <a:gd name="connsiteY0" fmla="*/ 4064000 h 6204974"/>
              <a:gd name="connsiteX1" fmla="*/ 7283585 w 7283585"/>
              <a:gd name="connsiteY1" fmla="*/ 4064000 h 6204974"/>
              <a:gd name="connsiteX2" fmla="*/ 7283585 w 7283585"/>
              <a:gd name="connsiteY2" fmla="*/ 6204974 h 6204974"/>
              <a:gd name="connsiteX3" fmla="*/ 4914900 w 7283585"/>
              <a:gd name="connsiteY3" fmla="*/ 6204974 h 6204974"/>
              <a:gd name="connsiteX4" fmla="*/ 4914900 w 7283585"/>
              <a:gd name="connsiteY4" fmla="*/ 2032000 h 6204974"/>
              <a:gd name="connsiteX5" fmla="*/ 7283585 w 7283585"/>
              <a:gd name="connsiteY5" fmla="*/ 2032000 h 6204974"/>
              <a:gd name="connsiteX6" fmla="*/ 7283585 w 7283585"/>
              <a:gd name="connsiteY6" fmla="*/ 3946525 h 6204974"/>
              <a:gd name="connsiteX7" fmla="*/ 4914900 w 7283585"/>
              <a:gd name="connsiteY7" fmla="*/ 3946525 h 6204974"/>
              <a:gd name="connsiteX8" fmla="*/ 2457450 w 7283585"/>
              <a:gd name="connsiteY8" fmla="*/ 2032000 h 6204974"/>
              <a:gd name="connsiteX9" fmla="*/ 4826135 w 7283585"/>
              <a:gd name="connsiteY9" fmla="*/ 2032000 h 6204974"/>
              <a:gd name="connsiteX10" fmla="*/ 4826135 w 7283585"/>
              <a:gd name="connsiteY10" fmla="*/ 3946525 h 6204974"/>
              <a:gd name="connsiteX11" fmla="*/ 2457450 w 7283585"/>
              <a:gd name="connsiteY11" fmla="*/ 3946525 h 6204974"/>
              <a:gd name="connsiteX12" fmla="*/ 0 w 7283585"/>
              <a:gd name="connsiteY12" fmla="*/ 8552 h 6204974"/>
              <a:gd name="connsiteX13" fmla="*/ 2368685 w 7283585"/>
              <a:gd name="connsiteY13" fmla="*/ 8552 h 6204974"/>
              <a:gd name="connsiteX14" fmla="*/ 2368685 w 7283585"/>
              <a:gd name="connsiteY14" fmla="*/ 1923077 h 6204974"/>
              <a:gd name="connsiteX15" fmla="*/ 0 w 7283585"/>
              <a:gd name="connsiteY15" fmla="*/ 1923077 h 6204974"/>
              <a:gd name="connsiteX16" fmla="*/ 2457450 w 7283585"/>
              <a:gd name="connsiteY16" fmla="*/ 4276 h 6204974"/>
              <a:gd name="connsiteX17" fmla="*/ 4826135 w 7283585"/>
              <a:gd name="connsiteY17" fmla="*/ 4276 h 6204974"/>
              <a:gd name="connsiteX18" fmla="*/ 4826135 w 7283585"/>
              <a:gd name="connsiteY18" fmla="*/ 1918801 h 6204974"/>
              <a:gd name="connsiteX19" fmla="*/ 2457450 w 7283585"/>
              <a:gd name="connsiteY19" fmla="*/ 1918801 h 6204974"/>
              <a:gd name="connsiteX20" fmla="*/ 4914900 w 7283585"/>
              <a:gd name="connsiteY20" fmla="*/ 0 h 6204974"/>
              <a:gd name="connsiteX21" fmla="*/ 7283585 w 7283585"/>
              <a:gd name="connsiteY21" fmla="*/ 0 h 6204974"/>
              <a:gd name="connsiteX22" fmla="*/ 7283585 w 7283585"/>
              <a:gd name="connsiteY22" fmla="*/ 1914525 h 6204974"/>
              <a:gd name="connsiteX23" fmla="*/ 4914900 w 7283585"/>
              <a:gd name="connsiteY23" fmla="*/ 1914525 h 620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283585" h="6204974">
                <a:moveTo>
                  <a:pt x="4914900" y="4064000"/>
                </a:moveTo>
                <a:lnTo>
                  <a:pt x="7283585" y="4064000"/>
                </a:lnTo>
                <a:lnTo>
                  <a:pt x="7283585" y="6204974"/>
                </a:lnTo>
                <a:lnTo>
                  <a:pt x="4914900" y="6204974"/>
                </a:lnTo>
                <a:close/>
                <a:moveTo>
                  <a:pt x="4914900" y="2032000"/>
                </a:moveTo>
                <a:lnTo>
                  <a:pt x="7283585" y="2032000"/>
                </a:lnTo>
                <a:lnTo>
                  <a:pt x="7283585" y="3946525"/>
                </a:lnTo>
                <a:lnTo>
                  <a:pt x="4914900" y="3946525"/>
                </a:lnTo>
                <a:close/>
                <a:moveTo>
                  <a:pt x="2457450" y="2032000"/>
                </a:moveTo>
                <a:lnTo>
                  <a:pt x="4826135" y="2032000"/>
                </a:lnTo>
                <a:lnTo>
                  <a:pt x="4826135" y="3946525"/>
                </a:lnTo>
                <a:lnTo>
                  <a:pt x="2457450" y="3946525"/>
                </a:lnTo>
                <a:close/>
                <a:moveTo>
                  <a:pt x="0" y="8552"/>
                </a:moveTo>
                <a:lnTo>
                  <a:pt x="2368685" y="8552"/>
                </a:lnTo>
                <a:lnTo>
                  <a:pt x="2368685" y="1923077"/>
                </a:lnTo>
                <a:lnTo>
                  <a:pt x="0" y="1923077"/>
                </a:lnTo>
                <a:close/>
                <a:moveTo>
                  <a:pt x="2457450" y="4276"/>
                </a:moveTo>
                <a:lnTo>
                  <a:pt x="4826135" y="4276"/>
                </a:lnTo>
                <a:lnTo>
                  <a:pt x="4826135" y="1918801"/>
                </a:lnTo>
                <a:lnTo>
                  <a:pt x="2457450" y="1918801"/>
                </a:lnTo>
                <a:close/>
                <a:moveTo>
                  <a:pt x="4914900" y="0"/>
                </a:moveTo>
                <a:lnTo>
                  <a:pt x="7283585" y="0"/>
                </a:lnTo>
                <a:lnTo>
                  <a:pt x="7283585" y="1914525"/>
                </a:lnTo>
                <a:lnTo>
                  <a:pt x="4914900" y="1914525"/>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noProof="0"/>
              <a:t>Click icon to add picture</a:t>
            </a:r>
            <a:endParaRPr lang="en-US" noProof="0" dirty="0"/>
          </a:p>
        </p:txBody>
      </p:sp>
      <p:sp>
        <p:nvSpPr>
          <p:cNvPr id="20" name="Rectangle 19">
            <a:extLst>
              <a:ext uri="{FF2B5EF4-FFF2-40B4-BE49-F238E27FC236}">
                <a16:creationId xmlns:a16="http://schemas.microsoft.com/office/drawing/2014/main" id="{475378D9-445B-4812-AE73-9B2CF92DCDF1}"/>
              </a:ext>
            </a:extLst>
          </p:cNvPr>
          <p:cNvSpPr/>
          <p:nvPr userDrawn="1"/>
        </p:nvSpPr>
        <p:spPr>
          <a:xfrm>
            <a:off x="6210299" y="2027725"/>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B569B8CC-B741-4501-A871-F6CC58941F5C}"/>
              </a:ext>
            </a:extLst>
          </p:cNvPr>
          <p:cNvSpPr/>
          <p:nvPr userDrawn="1"/>
        </p:nvSpPr>
        <p:spPr>
          <a:xfrm>
            <a:off x="8661263" y="4055448"/>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a16="http://schemas.microsoft.com/office/drawing/2014/main" id="{8ED9C5BC-5F16-4DC8-BAA3-30A378B7F5FB}"/>
              </a:ext>
            </a:extLst>
          </p:cNvPr>
          <p:cNvCxnSpPr>
            <a:cxnSpLocks/>
          </p:cNvCxnSpPr>
          <p:nvPr userDrawn="1"/>
        </p:nvCxnSpPr>
        <p:spPr>
          <a:xfrm>
            <a:off x="3452019" y="3106075"/>
            <a:ext cx="0" cy="30947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F0E9B02-FBE7-4B3F-833A-FCDE146B2DAD}"/>
              </a:ext>
            </a:extLst>
          </p:cNvPr>
          <p:cNvSpPr/>
          <p:nvPr userDrawn="1"/>
        </p:nvSpPr>
        <p:spPr>
          <a:xfrm>
            <a:off x="0" y="1405862"/>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589608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6">
            <a:extLst>
              <a:ext uri="{FF2B5EF4-FFF2-40B4-BE49-F238E27FC236}">
                <a16:creationId xmlns:a16="http://schemas.microsoft.com/office/drawing/2014/main" id="{73E3AB81-FB3C-492F-8AB9-CFC37EECCEE7}"/>
              </a:ext>
            </a:extLst>
          </p:cNvPr>
          <p:cNvSpPr>
            <a:spLocks noGrp="1"/>
          </p:cNvSpPr>
          <p:nvPr>
            <p:ph type="pic" sz="quarter" idx="13"/>
          </p:nvPr>
        </p:nvSpPr>
        <p:spPr>
          <a:xfrm>
            <a:off x="371475" y="260350"/>
            <a:ext cx="11520488" cy="6121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4" name="Rectangle 13">
            <a:extLst>
              <a:ext uri="{FF2B5EF4-FFF2-40B4-BE49-F238E27FC236}">
                <a16:creationId xmlns:a16="http://schemas.microsoft.com/office/drawing/2014/main" id="{BF2C4CC9-6F35-4EBF-857F-EBD298D77347}"/>
              </a:ext>
            </a:extLst>
          </p:cNvPr>
          <p:cNvSpPr/>
          <p:nvPr userDrawn="1"/>
        </p:nvSpPr>
        <p:spPr>
          <a:xfrm>
            <a:off x="1578741"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1D54A23-014A-49B4-9E28-7641C8A4F0C1}"/>
              </a:ext>
            </a:extLst>
          </p:cNvPr>
          <p:cNvSpPr/>
          <p:nvPr userDrawn="1"/>
        </p:nvSpPr>
        <p:spPr>
          <a:xfrm>
            <a:off x="6184487"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1587504" y="1233488"/>
            <a:ext cx="9016993" cy="761076"/>
          </a:xfrm>
        </p:spPr>
        <p:txBody>
          <a:bodyPr anchor="ctr">
            <a:noAutofit/>
          </a:bodyPr>
          <a:lstStyle>
            <a:lvl1pPr algn="ctr">
              <a:defRPr sz="3600"/>
            </a:lvl1p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28091" y="2424864"/>
            <a:ext cx="4132800" cy="28332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1722820" y="2424864"/>
            <a:ext cx="4131850" cy="2832101"/>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06958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113E1565-5B33-4914-9800-50B8400266FF}"/>
              </a:ext>
            </a:extLst>
          </p:cNvPr>
          <p:cNvSpPr/>
          <p:nvPr userDrawn="1"/>
        </p:nvSpPr>
        <p:spPr>
          <a:xfrm>
            <a:off x="0" y="0"/>
            <a:ext cx="12191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Picture Placeholder 6">
            <a:extLst>
              <a:ext uri="{FF2B5EF4-FFF2-40B4-BE49-F238E27FC236}">
                <a16:creationId xmlns:a16="http://schemas.microsoft.com/office/drawing/2014/main" id="{DE438B2E-01A6-453B-928D-97D98438168E}"/>
              </a:ext>
            </a:extLst>
          </p:cNvPr>
          <p:cNvSpPr>
            <a:spLocks noGrp="1"/>
          </p:cNvSpPr>
          <p:nvPr>
            <p:ph type="pic" sz="quarter" idx="13"/>
          </p:nvPr>
        </p:nvSpPr>
        <p:spPr>
          <a:xfrm>
            <a:off x="335756" y="260350"/>
            <a:ext cx="11520488"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2911057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Picture Placeholder 26">
            <a:extLst>
              <a:ext uri="{FF2B5EF4-FFF2-40B4-BE49-F238E27FC236}">
                <a16:creationId xmlns:a16="http://schemas.microsoft.com/office/drawing/2014/main" id="{404FC023-3732-4036-B4DA-F34DC453036D}"/>
              </a:ext>
            </a:extLst>
          </p:cNvPr>
          <p:cNvSpPr>
            <a:spLocks noGrp="1"/>
          </p:cNvSpPr>
          <p:nvPr>
            <p:ph type="pic" sz="quarter" idx="13"/>
          </p:nvPr>
        </p:nvSpPr>
        <p:spPr>
          <a:xfrm>
            <a:off x="1" y="1"/>
            <a:ext cx="12191999" cy="6857999"/>
          </a:xfrm>
          <a:custGeom>
            <a:avLst/>
            <a:gdLst>
              <a:gd name="connsiteX0" fmla="*/ 9194799 w 12191999"/>
              <a:gd name="connsiteY0" fmla="*/ 4114799 h 6108699"/>
              <a:gd name="connsiteX1" fmla="*/ 12191999 w 12191999"/>
              <a:gd name="connsiteY1" fmla="*/ 4114799 h 6108699"/>
              <a:gd name="connsiteX2" fmla="*/ 12191999 w 12191999"/>
              <a:gd name="connsiteY2" fmla="*/ 6108699 h 6108699"/>
              <a:gd name="connsiteX3" fmla="*/ 9194799 w 12191999"/>
              <a:gd name="connsiteY3" fmla="*/ 6108699 h 6108699"/>
              <a:gd name="connsiteX4" fmla="*/ 6129865 w 12191999"/>
              <a:gd name="connsiteY4" fmla="*/ 4114799 h 6108699"/>
              <a:gd name="connsiteX5" fmla="*/ 9127065 w 12191999"/>
              <a:gd name="connsiteY5" fmla="*/ 4114799 h 6108699"/>
              <a:gd name="connsiteX6" fmla="*/ 9127065 w 12191999"/>
              <a:gd name="connsiteY6" fmla="*/ 6108699 h 6108699"/>
              <a:gd name="connsiteX7" fmla="*/ 6129865 w 12191999"/>
              <a:gd name="connsiteY7" fmla="*/ 6108699 h 6108699"/>
              <a:gd name="connsiteX8" fmla="*/ 3064933 w 12191999"/>
              <a:gd name="connsiteY8" fmla="*/ 4114799 h 6108699"/>
              <a:gd name="connsiteX9" fmla="*/ 6062132 w 12191999"/>
              <a:gd name="connsiteY9" fmla="*/ 4114799 h 6108699"/>
              <a:gd name="connsiteX10" fmla="*/ 6062132 w 12191999"/>
              <a:gd name="connsiteY10" fmla="*/ 6108699 h 6108699"/>
              <a:gd name="connsiteX11" fmla="*/ 3064933 w 12191999"/>
              <a:gd name="connsiteY11" fmla="*/ 6108699 h 6108699"/>
              <a:gd name="connsiteX12" fmla="*/ 0 w 12191999"/>
              <a:gd name="connsiteY12" fmla="*/ 4114799 h 6108699"/>
              <a:gd name="connsiteX13" fmla="*/ 2997200 w 12191999"/>
              <a:gd name="connsiteY13" fmla="*/ 4114799 h 6108699"/>
              <a:gd name="connsiteX14" fmla="*/ 2997200 w 12191999"/>
              <a:gd name="connsiteY14" fmla="*/ 6108699 h 6108699"/>
              <a:gd name="connsiteX15" fmla="*/ 0 w 12191999"/>
              <a:gd name="connsiteY15" fmla="*/ 6108699 h 6108699"/>
              <a:gd name="connsiteX16" fmla="*/ 9194799 w 12191999"/>
              <a:gd name="connsiteY16" fmla="*/ 2057400 h 6108699"/>
              <a:gd name="connsiteX17" fmla="*/ 12191999 w 12191999"/>
              <a:gd name="connsiteY17" fmla="*/ 2057400 h 6108699"/>
              <a:gd name="connsiteX18" fmla="*/ 12191999 w 12191999"/>
              <a:gd name="connsiteY18" fmla="*/ 4051299 h 6108699"/>
              <a:gd name="connsiteX19" fmla="*/ 9194799 w 12191999"/>
              <a:gd name="connsiteY19" fmla="*/ 4051299 h 6108699"/>
              <a:gd name="connsiteX20" fmla="*/ 6129865 w 12191999"/>
              <a:gd name="connsiteY20" fmla="*/ 2057400 h 6108699"/>
              <a:gd name="connsiteX21" fmla="*/ 9127065 w 12191999"/>
              <a:gd name="connsiteY21" fmla="*/ 2057400 h 6108699"/>
              <a:gd name="connsiteX22" fmla="*/ 9127065 w 12191999"/>
              <a:gd name="connsiteY22" fmla="*/ 4051299 h 6108699"/>
              <a:gd name="connsiteX23" fmla="*/ 6129865 w 12191999"/>
              <a:gd name="connsiteY23" fmla="*/ 4051299 h 6108699"/>
              <a:gd name="connsiteX24" fmla="*/ 3064934 w 12191999"/>
              <a:gd name="connsiteY24" fmla="*/ 2057400 h 6108699"/>
              <a:gd name="connsiteX25" fmla="*/ 6062132 w 12191999"/>
              <a:gd name="connsiteY25" fmla="*/ 2057400 h 6108699"/>
              <a:gd name="connsiteX26" fmla="*/ 6062132 w 12191999"/>
              <a:gd name="connsiteY26" fmla="*/ 4051299 h 6108699"/>
              <a:gd name="connsiteX27" fmla="*/ 3064934 w 12191999"/>
              <a:gd name="connsiteY27" fmla="*/ 4051299 h 6108699"/>
              <a:gd name="connsiteX28" fmla="*/ 0 w 12191999"/>
              <a:gd name="connsiteY28" fmla="*/ 2057400 h 6108699"/>
              <a:gd name="connsiteX29" fmla="*/ 2997200 w 12191999"/>
              <a:gd name="connsiteY29" fmla="*/ 2057400 h 6108699"/>
              <a:gd name="connsiteX30" fmla="*/ 2997200 w 12191999"/>
              <a:gd name="connsiteY30" fmla="*/ 4051299 h 6108699"/>
              <a:gd name="connsiteX31" fmla="*/ 0 w 12191999"/>
              <a:gd name="connsiteY31" fmla="*/ 4051299 h 6108699"/>
              <a:gd name="connsiteX32" fmla="*/ 9194799 w 12191999"/>
              <a:gd name="connsiteY32" fmla="*/ 0 h 6108699"/>
              <a:gd name="connsiteX33" fmla="*/ 12191999 w 12191999"/>
              <a:gd name="connsiteY33" fmla="*/ 0 h 6108699"/>
              <a:gd name="connsiteX34" fmla="*/ 12191999 w 12191999"/>
              <a:gd name="connsiteY34" fmla="*/ 1993900 h 6108699"/>
              <a:gd name="connsiteX35" fmla="*/ 9194799 w 12191999"/>
              <a:gd name="connsiteY35" fmla="*/ 1993900 h 6108699"/>
              <a:gd name="connsiteX36" fmla="*/ 6129865 w 12191999"/>
              <a:gd name="connsiteY36" fmla="*/ 0 h 6108699"/>
              <a:gd name="connsiteX37" fmla="*/ 9127065 w 12191999"/>
              <a:gd name="connsiteY37" fmla="*/ 0 h 6108699"/>
              <a:gd name="connsiteX38" fmla="*/ 9127065 w 12191999"/>
              <a:gd name="connsiteY38" fmla="*/ 1993900 h 6108699"/>
              <a:gd name="connsiteX39" fmla="*/ 6129865 w 12191999"/>
              <a:gd name="connsiteY39" fmla="*/ 1993900 h 6108699"/>
              <a:gd name="connsiteX40" fmla="*/ 3064934 w 12191999"/>
              <a:gd name="connsiteY40" fmla="*/ 0 h 6108699"/>
              <a:gd name="connsiteX41" fmla="*/ 6062132 w 12191999"/>
              <a:gd name="connsiteY41" fmla="*/ 0 h 6108699"/>
              <a:gd name="connsiteX42" fmla="*/ 6062132 w 12191999"/>
              <a:gd name="connsiteY42" fmla="*/ 1993900 h 6108699"/>
              <a:gd name="connsiteX43" fmla="*/ 3064934 w 12191999"/>
              <a:gd name="connsiteY43" fmla="*/ 1993900 h 6108699"/>
              <a:gd name="connsiteX44" fmla="*/ 1 w 12191999"/>
              <a:gd name="connsiteY44" fmla="*/ 0 h 6108699"/>
              <a:gd name="connsiteX45" fmla="*/ 2997201 w 12191999"/>
              <a:gd name="connsiteY45" fmla="*/ 0 h 6108699"/>
              <a:gd name="connsiteX46" fmla="*/ 2997201 w 12191999"/>
              <a:gd name="connsiteY46" fmla="*/ 1993900 h 6108699"/>
              <a:gd name="connsiteX47" fmla="*/ 1 w 12191999"/>
              <a:gd name="connsiteY47" fmla="*/ 1993900 h 610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191999" h="6108699">
                <a:moveTo>
                  <a:pt x="9194799" y="4114799"/>
                </a:moveTo>
                <a:lnTo>
                  <a:pt x="12191999" y="4114799"/>
                </a:lnTo>
                <a:lnTo>
                  <a:pt x="12191999" y="6108699"/>
                </a:lnTo>
                <a:lnTo>
                  <a:pt x="9194799" y="6108699"/>
                </a:lnTo>
                <a:close/>
                <a:moveTo>
                  <a:pt x="6129865" y="4114799"/>
                </a:moveTo>
                <a:lnTo>
                  <a:pt x="9127065" y="4114799"/>
                </a:lnTo>
                <a:lnTo>
                  <a:pt x="9127065" y="6108699"/>
                </a:lnTo>
                <a:lnTo>
                  <a:pt x="6129865" y="6108699"/>
                </a:lnTo>
                <a:close/>
                <a:moveTo>
                  <a:pt x="3064933" y="4114799"/>
                </a:moveTo>
                <a:lnTo>
                  <a:pt x="6062132" y="4114799"/>
                </a:lnTo>
                <a:lnTo>
                  <a:pt x="6062132" y="6108699"/>
                </a:lnTo>
                <a:lnTo>
                  <a:pt x="3064933" y="6108699"/>
                </a:lnTo>
                <a:close/>
                <a:moveTo>
                  <a:pt x="0" y="4114799"/>
                </a:moveTo>
                <a:lnTo>
                  <a:pt x="2997200" y="4114799"/>
                </a:lnTo>
                <a:lnTo>
                  <a:pt x="2997200" y="6108699"/>
                </a:lnTo>
                <a:lnTo>
                  <a:pt x="0" y="6108699"/>
                </a:lnTo>
                <a:close/>
                <a:moveTo>
                  <a:pt x="9194799" y="2057400"/>
                </a:moveTo>
                <a:lnTo>
                  <a:pt x="12191999" y="2057400"/>
                </a:lnTo>
                <a:lnTo>
                  <a:pt x="12191999" y="4051299"/>
                </a:lnTo>
                <a:lnTo>
                  <a:pt x="9194799" y="4051299"/>
                </a:lnTo>
                <a:close/>
                <a:moveTo>
                  <a:pt x="6129865" y="2057400"/>
                </a:moveTo>
                <a:lnTo>
                  <a:pt x="9127065" y="2057400"/>
                </a:lnTo>
                <a:lnTo>
                  <a:pt x="9127065" y="4051299"/>
                </a:lnTo>
                <a:lnTo>
                  <a:pt x="6129865" y="4051299"/>
                </a:lnTo>
                <a:close/>
                <a:moveTo>
                  <a:pt x="3064934" y="2057400"/>
                </a:moveTo>
                <a:lnTo>
                  <a:pt x="6062132" y="2057400"/>
                </a:lnTo>
                <a:lnTo>
                  <a:pt x="6062132" y="4051299"/>
                </a:lnTo>
                <a:lnTo>
                  <a:pt x="3064934" y="4051299"/>
                </a:lnTo>
                <a:close/>
                <a:moveTo>
                  <a:pt x="0" y="2057400"/>
                </a:moveTo>
                <a:lnTo>
                  <a:pt x="2997200" y="2057400"/>
                </a:lnTo>
                <a:lnTo>
                  <a:pt x="2997200" y="4051299"/>
                </a:lnTo>
                <a:lnTo>
                  <a:pt x="0" y="4051299"/>
                </a:lnTo>
                <a:close/>
                <a:moveTo>
                  <a:pt x="9194799" y="0"/>
                </a:moveTo>
                <a:lnTo>
                  <a:pt x="12191999" y="0"/>
                </a:lnTo>
                <a:lnTo>
                  <a:pt x="12191999" y="1993900"/>
                </a:lnTo>
                <a:lnTo>
                  <a:pt x="9194799" y="1993900"/>
                </a:lnTo>
                <a:close/>
                <a:moveTo>
                  <a:pt x="6129865" y="0"/>
                </a:moveTo>
                <a:lnTo>
                  <a:pt x="9127065" y="0"/>
                </a:lnTo>
                <a:lnTo>
                  <a:pt x="9127065" y="1993900"/>
                </a:lnTo>
                <a:lnTo>
                  <a:pt x="6129865" y="1993900"/>
                </a:lnTo>
                <a:close/>
                <a:moveTo>
                  <a:pt x="3064934" y="0"/>
                </a:moveTo>
                <a:lnTo>
                  <a:pt x="6062132" y="0"/>
                </a:lnTo>
                <a:lnTo>
                  <a:pt x="6062132" y="1993900"/>
                </a:lnTo>
                <a:lnTo>
                  <a:pt x="3064934" y="1993900"/>
                </a:lnTo>
                <a:close/>
                <a:moveTo>
                  <a:pt x="1" y="0"/>
                </a:moveTo>
                <a:lnTo>
                  <a:pt x="2997201" y="0"/>
                </a:lnTo>
                <a:lnTo>
                  <a:pt x="2997201" y="1993900"/>
                </a:lnTo>
                <a:lnTo>
                  <a:pt x="1" y="1993900"/>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4221609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371475" y="260350"/>
            <a:ext cx="44926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Picture Placeholder 6">
            <a:extLst>
              <a:ext uri="{FF2B5EF4-FFF2-40B4-BE49-F238E27FC236}">
                <a16:creationId xmlns:a16="http://schemas.microsoft.com/office/drawing/2014/main" id="{D9C7DFC2-3A77-4761-A9AF-98963C5CCA07}"/>
              </a:ext>
            </a:extLst>
          </p:cNvPr>
          <p:cNvSpPr>
            <a:spLocks noGrp="1"/>
          </p:cNvSpPr>
          <p:nvPr>
            <p:ph type="pic" sz="quarter" idx="14"/>
          </p:nvPr>
        </p:nvSpPr>
        <p:spPr>
          <a:xfrm>
            <a:off x="4981575" y="260350"/>
            <a:ext cx="27400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3F6FD22A-5FDA-45EC-BE49-3C0E30A397B0}"/>
              </a:ext>
            </a:extLst>
          </p:cNvPr>
          <p:cNvSpPr>
            <a:spLocks noGrp="1"/>
          </p:cNvSpPr>
          <p:nvPr>
            <p:ph type="pic" sz="quarter" idx="15"/>
          </p:nvPr>
        </p:nvSpPr>
        <p:spPr>
          <a:xfrm>
            <a:off x="7839076" y="260350"/>
            <a:ext cx="4052888" cy="3803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Picture Placeholder 6">
            <a:extLst>
              <a:ext uri="{FF2B5EF4-FFF2-40B4-BE49-F238E27FC236}">
                <a16:creationId xmlns:a16="http://schemas.microsoft.com/office/drawing/2014/main" id="{B64BDA74-9644-41EB-984D-939D27B60F3F}"/>
              </a:ext>
            </a:extLst>
          </p:cNvPr>
          <p:cNvSpPr>
            <a:spLocks noGrp="1"/>
          </p:cNvSpPr>
          <p:nvPr>
            <p:ph type="pic" sz="quarter" idx="16"/>
          </p:nvPr>
        </p:nvSpPr>
        <p:spPr>
          <a:xfrm>
            <a:off x="7839076" y="4165600"/>
            <a:ext cx="4052888" cy="239553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41144738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1233488"/>
            <a:ext cx="12192001" cy="439102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grpSp>
        <p:nvGrpSpPr>
          <p:cNvPr id="2" name="Group 1">
            <a:extLst>
              <a:ext uri="{FF2B5EF4-FFF2-40B4-BE49-F238E27FC236}">
                <a16:creationId xmlns:a16="http://schemas.microsoft.com/office/drawing/2014/main" id="{18F30468-CC2E-4430-88DD-81D548B988FA}"/>
              </a:ext>
            </a:extLst>
          </p:cNvPr>
          <p:cNvGrpSpPr/>
          <p:nvPr userDrawn="1"/>
        </p:nvGrpSpPr>
        <p:grpSpPr>
          <a:xfrm>
            <a:off x="371474" y="260350"/>
            <a:ext cx="644525" cy="973138"/>
            <a:chOff x="371475" y="671713"/>
            <a:chExt cx="496540" cy="836738"/>
          </a:xfrm>
        </p:grpSpPr>
        <p:sp>
          <p:nvSpPr>
            <p:cNvPr id="8" name="Rectangle 7">
              <a:extLst>
                <a:ext uri="{FF2B5EF4-FFF2-40B4-BE49-F238E27FC236}">
                  <a16:creationId xmlns:a16="http://schemas.microsoft.com/office/drawing/2014/main" id="{BF6F92E0-2218-46A5-A183-84468D9B72A2}"/>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9B476586-864B-4C72-91AF-8CF8796C6DE8}"/>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 name="Rectangle 9">
            <a:extLst>
              <a:ext uri="{FF2B5EF4-FFF2-40B4-BE49-F238E27FC236}">
                <a16:creationId xmlns:a16="http://schemas.microsoft.com/office/drawing/2014/main" id="{38B3D026-83A3-4D78-8B11-A20A6F47170C}"/>
              </a:ext>
            </a:extLst>
          </p:cNvPr>
          <p:cNvSpPr/>
          <p:nvPr userDrawn="1"/>
        </p:nvSpPr>
        <p:spPr>
          <a:xfrm>
            <a:off x="10795001" y="5642462"/>
            <a:ext cx="1397000" cy="12155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3599560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71FC10-F7C3-4841-A705-B83FDE093009}"/>
              </a:ext>
            </a:extLst>
          </p:cNvPr>
          <p:cNvSpPr/>
          <p:nvPr userDrawn="1"/>
        </p:nvSpPr>
        <p:spPr>
          <a:xfrm>
            <a:off x="9398000" y="0"/>
            <a:ext cx="2793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260350"/>
            <a:ext cx="11891963"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10350859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2466000"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2892285"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004445"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2892284"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004445"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F36B08A9-4F2C-4D72-A755-CBF0DAD5A4FC}"/>
              </a:ext>
            </a:extLst>
          </p:cNvPr>
          <p:cNvSpPr>
            <a:spLocks noGrp="1"/>
          </p:cNvSpPr>
          <p:nvPr>
            <p:ph type="pic" sz="quarter" idx="14"/>
          </p:nvPr>
        </p:nvSpPr>
        <p:spPr>
          <a:xfrm>
            <a:off x="6151738" y="1233487"/>
            <a:ext cx="246490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8673131"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8673130"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8786099"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8786099"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96188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7063827" y="1233488"/>
            <a:ext cx="4828135"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371476"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483636"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371475"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483636"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3717652"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3717651"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3830620"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3830620"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588519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1152048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8" y="2910543"/>
            <a:ext cx="5058000"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8" y="3523420"/>
            <a:ext cx="5058000"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895142" y="2910543"/>
            <a:ext cx="5058397"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895142" y="3523420"/>
            <a:ext cx="5058397"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64194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B43705-0B3F-4F77-A8BB-08EC09D36A56}"/>
              </a:ext>
            </a:extLst>
          </p:cNvPr>
          <p:cNvSpPr/>
          <p:nvPr userDrawn="1"/>
        </p:nvSpPr>
        <p:spPr>
          <a:xfrm>
            <a:off x="0" y="0"/>
            <a:ext cx="12192000" cy="21463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ctr">
              <a:defRPr>
                <a:solidFill>
                  <a:schemeClr val="bg1"/>
                </a:solidFill>
              </a:defRPr>
            </a:lvl1p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7" y="3634443"/>
            <a:ext cx="5630165" cy="518457"/>
          </a:xfrm>
        </p:spPr>
        <p:txBody>
          <a:bodyPr anchor="ctr">
            <a:normAutofit/>
          </a:bodyP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7" y="4247320"/>
            <a:ext cx="5630165"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71476" y="3634443"/>
            <a:ext cx="5582064" cy="518457"/>
          </a:xfrm>
        </p:spPr>
        <p:txBody>
          <a:bodyPr anchor="ct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71476" y="4247320"/>
            <a:ext cx="5582064"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16CD8AAD-701B-4F23-AB47-6FC680787135}"/>
              </a:ext>
            </a:extLst>
          </p:cNvPr>
          <p:cNvSpPr>
            <a:spLocks noGrp="1"/>
          </p:cNvSpPr>
          <p:nvPr>
            <p:ph type="pic" sz="quarter" idx="13"/>
          </p:nvPr>
        </p:nvSpPr>
        <p:spPr>
          <a:xfrm>
            <a:off x="371476" y="1593851"/>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6" name="Picture Placeholder 6">
            <a:extLst>
              <a:ext uri="{FF2B5EF4-FFF2-40B4-BE49-F238E27FC236}">
                <a16:creationId xmlns:a16="http://schemas.microsoft.com/office/drawing/2014/main" id="{2B9551A7-E41A-4D0E-925B-71270CA0F339}"/>
              </a:ext>
            </a:extLst>
          </p:cNvPr>
          <p:cNvSpPr>
            <a:spLocks noGrp="1"/>
          </p:cNvSpPr>
          <p:nvPr>
            <p:ph type="pic" sz="quarter" idx="14"/>
          </p:nvPr>
        </p:nvSpPr>
        <p:spPr>
          <a:xfrm>
            <a:off x="6281738" y="1593850"/>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8154248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90C1024-E4C7-44C6-ADC4-870B3D482C3F}"/>
              </a:ext>
            </a:extLst>
          </p:cNvPr>
          <p:cNvSpPr/>
          <p:nvPr userDrawn="1"/>
        </p:nvSpPr>
        <p:spPr>
          <a:xfrm>
            <a:off x="6441279" y="3761720"/>
            <a:ext cx="5446800" cy="24009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DB43705-0B3F-4F77-A8BB-08EC09D36A56}"/>
              </a:ext>
            </a:extLst>
          </p:cNvPr>
          <p:cNvSpPr/>
          <p:nvPr userDrawn="1"/>
        </p:nvSpPr>
        <p:spPr>
          <a:xfrm>
            <a:off x="371474" y="1271588"/>
            <a:ext cx="5445125" cy="240095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l">
              <a:defRPr>
                <a:solidFill>
                  <a:schemeClr val="tx1"/>
                </a:solidFill>
              </a:defRPr>
            </a:lvl1p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610169" y="3956706"/>
            <a:ext cx="5109021"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610169" y="4569583"/>
            <a:ext cx="5109021" cy="1412117"/>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539836" y="1462743"/>
            <a:ext cx="5108400"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539836" y="2075621"/>
            <a:ext cx="5108400" cy="1391480"/>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Picture Placeholder 6">
            <a:extLst>
              <a:ext uri="{FF2B5EF4-FFF2-40B4-BE49-F238E27FC236}">
                <a16:creationId xmlns:a16="http://schemas.microsoft.com/office/drawing/2014/main" id="{9DFBCB44-5019-402B-BEC3-12F7F5526F0E}"/>
              </a:ext>
            </a:extLst>
          </p:cNvPr>
          <p:cNvSpPr>
            <a:spLocks noGrp="1"/>
          </p:cNvSpPr>
          <p:nvPr>
            <p:ph type="pic" sz="quarter" idx="13"/>
          </p:nvPr>
        </p:nvSpPr>
        <p:spPr>
          <a:xfrm>
            <a:off x="5880101" y="1271588"/>
            <a:ext cx="60120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8" name="Picture Placeholder 6">
            <a:extLst>
              <a:ext uri="{FF2B5EF4-FFF2-40B4-BE49-F238E27FC236}">
                <a16:creationId xmlns:a16="http://schemas.microsoft.com/office/drawing/2014/main" id="{8CD826C9-080C-4638-B261-376BD8B31622}"/>
              </a:ext>
            </a:extLst>
          </p:cNvPr>
          <p:cNvSpPr>
            <a:spLocks noGrp="1"/>
          </p:cNvSpPr>
          <p:nvPr>
            <p:ph type="pic" sz="quarter" idx="14"/>
          </p:nvPr>
        </p:nvSpPr>
        <p:spPr>
          <a:xfrm>
            <a:off x="371475" y="3758268"/>
            <a:ext cx="60118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5654903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1233488"/>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319837" y="2227263"/>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85661614-E5E5-43DF-A12A-7BE84E58EE3B}"/>
              </a:ext>
            </a:extLst>
          </p:cNvPr>
          <p:cNvSpPr/>
          <p:nvPr userDrawn="1"/>
        </p:nvSpPr>
        <p:spPr>
          <a:xfrm>
            <a:off x="371475" y="5271760"/>
            <a:ext cx="5572125" cy="9290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9161B260-71A2-402A-A38D-FE2C484B7F99}"/>
              </a:ext>
            </a:extLst>
          </p:cNvPr>
          <p:cNvSpPr/>
          <p:nvPr userDrawn="1"/>
        </p:nvSpPr>
        <p:spPr>
          <a:xfrm>
            <a:off x="6319836" y="1233488"/>
            <a:ext cx="5572125" cy="9290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534987" y="5380667"/>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483348" y="1342395"/>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28786417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451739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9" y="164210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F9F3577-4130-4F32-9302-DA8838D30560}"/>
              </a:ext>
            </a:extLst>
          </p:cNvPr>
          <p:cNvSpPr/>
          <p:nvPr userDrawn="1"/>
        </p:nvSpPr>
        <p:spPr>
          <a:xfrm>
            <a:off x="10337800" y="5122548"/>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571500"/>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2429505"/>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681869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1932303"/>
            <a:ext cx="12192000" cy="291719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1470977"/>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1462403"/>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545147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8" y="591502"/>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grpSp>
        <p:nvGrpSpPr>
          <p:cNvPr id="14" name="Group 13">
            <a:extLst>
              <a:ext uri="{FF2B5EF4-FFF2-40B4-BE49-F238E27FC236}">
                <a16:creationId xmlns:a16="http://schemas.microsoft.com/office/drawing/2014/main" id="{AF4B4D45-80E3-42F8-B437-4182608210C3}"/>
              </a:ext>
            </a:extLst>
          </p:cNvPr>
          <p:cNvGrpSpPr/>
          <p:nvPr userDrawn="1"/>
        </p:nvGrpSpPr>
        <p:grpSpPr>
          <a:xfrm>
            <a:off x="5387974" y="422433"/>
            <a:ext cx="644525" cy="973138"/>
            <a:chOff x="371475" y="671713"/>
            <a:chExt cx="496540" cy="836738"/>
          </a:xfrm>
          <a:solidFill>
            <a:schemeClr val="accent6"/>
          </a:solidFill>
        </p:grpSpPr>
        <p:sp>
          <p:nvSpPr>
            <p:cNvPr id="15" name="Rectangle 14">
              <a:extLst>
                <a:ext uri="{FF2B5EF4-FFF2-40B4-BE49-F238E27FC236}">
                  <a16:creationId xmlns:a16="http://schemas.microsoft.com/office/drawing/2014/main" id="{D670E361-AF23-4722-9250-CCF26B3C5884}"/>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5">
              <a:extLst>
                <a:ext uri="{FF2B5EF4-FFF2-40B4-BE49-F238E27FC236}">
                  <a16:creationId xmlns:a16="http://schemas.microsoft.com/office/drawing/2014/main" id="{BDE16CED-9FCD-4407-99EF-FFBE689DA9F1}"/>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7" name="Group 16">
            <a:extLst>
              <a:ext uri="{FF2B5EF4-FFF2-40B4-BE49-F238E27FC236}">
                <a16:creationId xmlns:a16="http://schemas.microsoft.com/office/drawing/2014/main" id="{FA147081-5AFB-463F-B27C-7A0C4CA0573B}"/>
              </a:ext>
            </a:extLst>
          </p:cNvPr>
          <p:cNvGrpSpPr/>
          <p:nvPr userDrawn="1"/>
        </p:nvGrpSpPr>
        <p:grpSpPr>
          <a:xfrm flipH="1">
            <a:off x="6248401" y="5451475"/>
            <a:ext cx="644525" cy="973138"/>
            <a:chOff x="371475" y="671713"/>
            <a:chExt cx="496540" cy="836738"/>
          </a:xfrm>
          <a:solidFill>
            <a:schemeClr val="accent6"/>
          </a:solidFill>
        </p:grpSpPr>
        <p:sp>
          <p:nvSpPr>
            <p:cNvPr id="18" name="Rectangle 17">
              <a:extLst>
                <a:ext uri="{FF2B5EF4-FFF2-40B4-BE49-F238E27FC236}">
                  <a16:creationId xmlns:a16="http://schemas.microsoft.com/office/drawing/2014/main" id="{AE24567E-B0AE-4E55-A5FB-3019A9598162}"/>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4918E6C0-B582-4943-9462-FE9740846585}"/>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493388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0" y="0"/>
            <a:ext cx="6019200"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172201" y="0"/>
            <a:ext cx="6019799"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33037322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5372096" cy="68579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260350"/>
            <a:ext cx="5618153"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20" name="Rectangle 19">
            <a:extLst>
              <a:ext uri="{FF2B5EF4-FFF2-40B4-BE49-F238E27FC236}">
                <a16:creationId xmlns:a16="http://schemas.microsoft.com/office/drawing/2014/main" id="{97E2F46B-C34E-40D3-9D43-BBA43EDFC924}"/>
              </a:ext>
            </a:extLst>
          </p:cNvPr>
          <p:cNvSpPr/>
          <p:nvPr userDrawn="1"/>
        </p:nvSpPr>
        <p:spPr>
          <a:xfrm>
            <a:off x="6819906" y="-18257"/>
            <a:ext cx="5372096" cy="68579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80147" y="260350"/>
            <a:ext cx="5619600"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3633710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371475" y="1233488"/>
            <a:ext cx="2776354"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B5BF167-B9E6-4F02-9FA8-3CA79D552F0E}"/>
              </a:ext>
            </a:extLst>
          </p:cNvPr>
          <p:cNvSpPr/>
          <p:nvPr userDrawn="1"/>
        </p:nvSpPr>
        <p:spPr>
          <a:xfrm>
            <a:off x="3286186" y="1233488"/>
            <a:ext cx="2776354" cy="49672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B48694DE-D82B-49DB-8A45-D1DD4C9BCEF1}"/>
              </a:ext>
            </a:extLst>
          </p:cNvPr>
          <p:cNvSpPr/>
          <p:nvPr userDrawn="1"/>
        </p:nvSpPr>
        <p:spPr>
          <a:xfrm>
            <a:off x="6200897" y="1233488"/>
            <a:ext cx="2776354" cy="4967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407C1370-8D38-4641-8D37-30A1218A4372}"/>
              </a:ext>
            </a:extLst>
          </p:cNvPr>
          <p:cNvSpPr/>
          <p:nvPr userDrawn="1"/>
        </p:nvSpPr>
        <p:spPr>
          <a:xfrm>
            <a:off x="9115608" y="1246188"/>
            <a:ext cx="2776354" cy="49672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9" name="Straight Connector 28">
            <a:extLst>
              <a:ext uri="{FF2B5EF4-FFF2-40B4-BE49-F238E27FC236}">
                <a16:creationId xmlns:a16="http://schemas.microsoft.com/office/drawing/2014/main" id="{CE3EDDE5-9B23-44D7-8546-0B2365B42B16}"/>
              </a:ext>
            </a:extLst>
          </p:cNvPr>
          <p:cNvCxnSpPr/>
          <p:nvPr userDrawn="1"/>
        </p:nvCxnSpPr>
        <p:spPr>
          <a:xfrm>
            <a:off x="591252"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9D259D5-D3C0-4B60-B2D9-9B6DFFD270D8}"/>
              </a:ext>
            </a:extLst>
          </p:cNvPr>
          <p:cNvCxnSpPr/>
          <p:nvPr userDrawn="1"/>
        </p:nvCxnSpPr>
        <p:spPr>
          <a:xfrm>
            <a:off x="3505963"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710C392-9E34-4640-AC70-210A1B8C47B5}"/>
              </a:ext>
            </a:extLst>
          </p:cNvPr>
          <p:cNvCxnSpPr/>
          <p:nvPr userDrawn="1"/>
        </p:nvCxnSpPr>
        <p:spPr>
          <a:xfrm>
            <a:off x="6420674"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7A92E0B-B060-48FA-A650-36894FF4B216}"/>
              </a:ext>
            </a:extLst>
          </p:cNvPr>
          <p:cNvCxnSpPr/>
          <p:nvPr userDrawn="1"/>
        </p:nvCxnSpPr>
        <p:spPr>
          <a:xfrm>
            <a:off x="9335385"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Picture Placeholder 33">
            <a:extLst>
              <a:ext uri="{FF2B5EF4-FFF2-40B4-BE49-F238E27FC236}">
                <a16:creationId xmlns:a16="http://schemas.microsoft.com/office/drawing/2014/main" id="{D9056F2B-EAFD-4A57-BB92-D14816C84DDE}"/>
              </a:ext>
            </a:extLst>
          </p:cNvPr>
          <p:cNvSpPr>
            <a:spLocks noGrp="1"/>
          </p:cNvSpPr>
          <p:nvPr>
            <p:ph type="pic" sz="quarter" idx="13"/>
          </p:nvPr>
        </p:nvSpPr>
        <p:spPr>
          <a:xfrm>
            <a:off x="876300" y="1739900"/>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E65006DE-F797-4019-BB72-F484F9FE7E58}"/>
              </a:ext>
            </a:extLst>
          </p:cNvPr>
          <p:cNvSpPr>
            <a:spLocks noGrp="1"/>
          </p:cNvSpPr>
          <p:nvPr>
            <p:ph type="pic" sz="quarter" idx="14"/>
          </p:nvPr>
        </p:nvSpPr>
        <p:spPr>
          <a:xfrm>
            <a:off x="3829813" y="4263232"/>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0947D252-5545-4406-8764-B7712464DA56}"/>
              </a:ext>
            </a:extLst>
          </p:cNvPr>
          <p:cNvSpPr>
            <a:spLocks noGrp="1"/>
          </p:cNvSpPr>
          <p:nvPr>
            <p:ph type="pic" sz="quarter" idx="15"/>
          </p:nvPr>
        </p:nvSpPr>
        <p:spPr>
          <a:xfrm>
            <a:off x="6744524" y="1739900"/>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DD89F80C-C1D7-4F63-BAD2-F4EE1F9A162F}"/>
              </a:ext>
            </a:extLst>
          </p:cNvPr>
          <p:cNvSpPr>
            <a:spLocks noGrp="1"/>
          </p:cNvSpPr>
          <p:nvPr>
            <p:ph type="pic" sz="quarter" idx="17"/>
          </p:nvPr>
        </p:nvSpPr>
        <p:spPr>
          <a:xfrm>
            <a:off x="9659235" y="4263232"/>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08BBFEC8-B6BE-4768-9284-26D98C06FFC4}"/>
              </a:ext>
            </a:extLst>
          </p:cNvPr>
          <p:cNvSpPr>
            <a:spLocks noGrp="1"/>
          </p:cNvSpPr>
          <p:nvPr>
            <p:ph type="body" sz="quarter" idx="18" hasCustomPrompt="1"/>
          </p:nvPr>
        </p:nvSpPr>
        <p:spPr>
          <a:xfrm>
            <a:off x="590550"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D12C79C2-427D-418B-8FFA-C27D8F2C986B}"/>
              </a:ext>
            </a:extLst>
          </p:cNvPr>
          <p:cNvSpPr>
            <a:spLocks noGrp="1"/>
          </p:cNvSpPr>
          <p:nvPr>
            <p:ph type="body" sz="quarter" idx="19" hasCustomPrompt="1"/>
          </p:nvPr>
        </p:nvSpPr>
        <p:spPr>
          <a:xfrm>
            <a:off x="3505963"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0FD568C4-A06D-4A56-B7D6-AF338F5C329A}"/>
              </a:ext>
            </a:extLst>
          </p:cNvPr>
          <p:cNvSpPr>
            <a:spLocks noGrp="1"/>
          </p:cNvSpPr>
          <p:nvPr>
            <p:ph type="body" sz="quarter" idx="20" hasCustomPrompt="1"/>
          </p:nvPr>
        </p:nvSpPr>
        <p:spPr>
          <a:xfrm>
            <a:off x="6420674"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3" name="Text Placeholder 39">
            <a:extLst>
              <a:ext uri="{FF2B5EF4-FFF2-40B4-BE49-F238E27FC236}">
                <a16:creationId xmlns:a16="http://schemas.microsoft.com/office/drawing/2014/main" id="{76B41443-1233-4172-B61C-7CC516D88802}"/>
              </a:ext>
            </a:extLst>
          </p:cNvPr>
          <p:cNvSpPr>
            <a:spLocks noGrp="1"/>
          </p:cNvSpPr>
          <p:nvPr>
            <p:ph type="body" sz="quarter" idx="21" hasCustomPrompt="1"/>
          </p:nvPr>
        </p:nvSpPr>
        <p:spPr>
          <a:xfrm>
            <a:off x="9335385"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21080789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B607F24-5B01-4964-9736-E876BC347E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6168473" cy="758824"/>
          </a:xfrm>
        </p:spPr>
        <p:txBody>
          <a:bodyPr/>
          <a:lstStyle/>
          <a:p>
            <a:r>
              <a:rPr lang="en-US"/>
              <a:t>Click to edit Master title style</a:t>
            </a:r>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6769101" y="0"/>
            <a:ext cx="2711082"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44232AA-36A1-4A85-8868-9D12848EB106}"/>
              </a:ext>
            </a:extLst>
          </p:cNvPr>
          <p:cNvSpPr/>
          <p:nvPr userDrawn="1"/>
        </p:nvSpPr>
        <p:spPr>
          <a:xfrm>
            <a:off x="9480918" y="2286000"/>
            <a:ext cx="2711082"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0B045D93-056D-486E-A634-890ECB9AF9C2}"/>
              </a:ext>
            </a:extLst>
          </p:cNvPr>
          <p:cNvSpPr/>
          <p:nvPr userDrawn="1"/>
        </p:nvSpPr>
        <p:spPr>
          <a:xfrm>
            <a:off x="6769100" y="4572000"/>
            <a:ext cx="2711082" cy="228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567CD5E4-19A9-4EFD-BBF1-2B1FBC9BB9BD}"/>
              </a:ext>
            </a:extLst>
          </p:cNvPr>
          <p:cNvSpPr/>
          <p:nvPr userDrawn="1"/>
        </p:nvSpPr>
        <p:spPr>
          <a:xfrm>
            <a:off x="9480918" y="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AA533582-AC3E-4F3B-9602-085EB97AD294}"/>
              </a:ext>
            </a:extLst>
          </p:cNvPr>
          <p:cNvSpPr/>
          <p:nvPr userDrawn="1"/>
        </p:nvSpPr>
        <p:spPr>
          <a:xfrm>
            <a:off x="6768364" y="2286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CF0B1BD9-4AC2-4549-9001-383664C7F224}"/>
              </a:ext>
            </a:extLst>
          </p:cNvPr>
          <p:cNvSpPr/>
          <p:nvPr userDrawn="1"/>
        </p:nvSpPr>
        <p:spPr>
          <a:xfrm>
            <a:off x="9480918" y="4572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a:extLst>
              <a:ext uri="{FF2B5EF4-FFF2-40B4-BE49-F238E27FC236}">
                <a16:creationId xmlns:a16="http://schemas.microsoft.com/office/drawing/2014/main" id="{32B2DC05-AAD7-458D-B737-BE8CCA1FFA99}"/>
              </a:ext>
            </a:extLst>
          </p:cNvPr>
          <p:cNvSpPr/>
          <p:nvPr userDrawn="1"/>
        </p:nvSpPr>
        <p:spPr>
          <a:xfrm rot="5400000">
            <a:off x="9422986" y="1050373"/>
            <a:ext cx="298174" cy="18525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Isosceles Triangle 38">
            <a:extLst>
              <a:ext uri="{FF2B5EF4-FFF2-40B4-BE49-F238E27FC236}">
                <a16:creationId xmlns:a16="http://schemas.microsoft.com/office/drawing/2014/main" id="{E423C01B-EB10-48EF-8F1C-C2A7E1923E3E}"/>
              </a:ext>
            </a:extLst>
          </p:cNvPr>
          <p:cNvSpPr/>
          <p:nvPr userDrawn="1"/>
        </p:nvSpPr>
        <p:spPr>
          <a:xfrm rot="16200000">
            <a:off x="9238100" y="3336373"/>
            <a:ext cx="298174" cy="18525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Isosceles Triangle 43">
            <a:extLst>
              <a:ext uri="{FF2B5EF4-FFF2-40B4-BE49-F238E27FC236}">
                <a16:creationId xmlns:a16="http://schemas.microsoft.com/office/drawing/2014/main" id="{BB0D5D5D-BB46-489A-A006-03E52FDA0AB6}"/>
              </a:ext>
            </a:extLst>
          </p:cNvPr>
          <p:cNvSpPr/>
          <p:nvPr userDrawn="1"/>
        </p:nvSpPr>
        <p:spPr>
          <a:xfrm rot="5400000">
            <a:off x="9422986" y="5622373"/>
            <a:ext cx="298174" cy="185254"/>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Picture Placeholder 33">
            <a:extLst>
              <a:ext uri="{FF2B5EF4-FFF2-40B4-BE49-F238E27FC236}">
                <a16:creationId xmlns:a16="http://schemas.microsoft.com/office/drawing/2014/main" id="{2D0DCA06-9544-45C9-BE22-EBB853AE757C}"/>
              </a:ext>
            </a:extLst>
          </p:cNvPr>
          <p:cNvSpPr>
            <a:spLocks noGrp="1"/>
          </p:cNvSpPr>
          <p:nvPr>
            <p:ph type="pic" sz="quarter" idx="13"/>
          </p:nvPr>
        </p:nvSpPr>
        <p:spPr>
          <a:xfrm>
            <a:off x="10133588" y="561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21403A13-F195-405D-B352-4B77969E358B}"/>
              </a:ext>
            </a:extLst>
          </p:cNvPr>
          <p:cNvSpPr>
            <a:spLocks noGrp="1"/>
          </p:cNvSpPr>
          <p:nvPr>
            <p:ph type="pic" sz="quarter" idx="14"/>
          </p:nvPr>
        </p:nvSpPr>
        <p:spPr>
          <a:xfrm>
            <a:off x="7421034" y="2847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7" name="Picture Placeholder 33">
            <a:extLst>
              <a:ext uri="{FF2B5EF4-FFF2-40B4-BE49-F238E27FC236}">
                <a16:creationId xmlns:a16="http://schemas.microsoft.com/office/drawing/2014/main" id="{390C9BE2-4328-41D9-82FB-F6FEE7026C55}"/>
              </a:ext>
            </a:extLst>
          </p:cNvPr>
          <p:cNvSpPr>
            <a:spLocks noGrp="1"/>
          </p:cNvSpPr>
          <p:nvPr>
            <p:ph type="pic" sz="quarter" idx="15"/>
          </p:nvPr>
        </p:nvSpPr>
        <p:spPr>
          <a:xfrm>
            <a:off x="10133588" y="5133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6168473" cy="5624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Text Placeholder 39">
            <a:extLst>
              <a:ext uri="{FF2B5EF4-FFF2-40B4-BE49-F238E27FC236}">
                <a16:creationId xmlns:a16="http://schemas.microsoft.com/office/drawing/2014/main" id="{1EE624A7-7FE4-44DC-B710-D995C25C9CEA}"/>
              </a:ext>
            </a:extLst>
          </p:cNvPr>
          <p:cNvSpPr>
            <a:spLocks noGrp="1"/>
          </p:cNvSpPr>
          <p:nvPr>
            <p:ph type="body" sz="quarter" idx="18" hasCustomPrompt="1"/>
          </p:nvPr>
        </p:nvSpPr>
        <p:spPr>
          <a:xfrm>
            <a:off x="6956242" y="215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18" name="Text Placeholder 39">
            <a:extLst>
              <a:ext uri="{FF2B5EF4-FFF2-40B4-BE49-F238E27FC236}">
                <a16:creationId xmlns:a16="http://schemas.microsoft.com/office/drawing/2014/main" id="{34CC27D1-7AB7-4922-81C5-41E9C01BAAE1}"/>
              </a:ext>
            </a:extLst>
          </p:cNvPr>
          <p:cNvSpPr>
            <a:spLocks noGrp="1"/>
          </p:cNvSpPr>
          <p:nvPr>
            <p:ph type="body" sz="quarter" idx="19" hasCustomPrompt="1"/>
          </p:nvPr>
        </p:nvSpPr>
        <p:spPr>
          <a:xfrm>
            <a:off x="9668059" y="2501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19" name="Text Placeholder 39">
            <a:extLst>
              <a:ext uri="{FF2B5EF4-FFF2-40B4-BE49-F238E27FC236}">
                <a16:creationId xmlns:a16="http://schemas.microsoft.com/office/drawing/2014/main" id="{03F0CFEB-33B8-47FE-BC44-44AF273543D5}"/>
              </a:ext>
            </a:extLst>
          </p:cNvPr>
          <p:cNvSpPr>
            <a:spLocks noGrp="1"/>
          </p:cNvSpPr>
          <p:nvPr>
            <p:ph type="body" sz="quarter" idx="20" hasCustomPrompt="1"/>
          </p:nvPr>
        </p:nvSpPr>
        <p:spPr>
          <a:xfrm>
            <a:off x="6956241" y="4787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20142591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11520487" cy="304975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sp>
        <p:nvSpPr>
          <p:cNvPr id="20" name="Picture Placeholder 33">
            <a:extLst>
              <a:ext uri="{FF2B5EF4-FFF2-40B4-BE49-F238E27FC236}">
                <a16:creationId xmlns:a16="http://schemas.microsoft.com/office/drawing/2014/main" id="{917F3183-F8DC-409E-BDAF-E3190E5CC10A}"/>
              </a:ext>
            </a:extLst>
          </p:cNvPr>
          <p:cNvSpPr>
            <a:spLocks noGrp="1"/>
          </p:cNvSpPr>
          <p:nvPr>
            <p:ph type="pic" sz="quarter" idx="13"/>
          </p:nvPr>
        </p:nvSpPr>
        <p:spPr>
          <a:xfrm>
            <a:off x="1466711"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5" name="Picture Placeholder 33">
            <a:extLst>
              <a:ext uri="{FF2B5EF4-FFF2-40B4-BE49-F238E27FC236}">
                <a16:creationId xmlns:a16="http://schemas.microsoft.com/office/drawing/2014/main" id="{8DCF90EE-8A0F-46BB-A8EC-27CB7826EB0D}"/>
              </a:ext>
            </a:extLst>
          </p:cNvPr>
          <p:cNvSpPr>
            <a:spLocks noGrp="1"/>
          </p:cNvSpPr>
          <p:nvPr>
            <p:ph type="pic" sz="quarter" idx="17"/>
          </p:nvPr>
        </p:nvSpPr>
        <p:spPr>
          <a:xfrm>
            <a:off x="4108135"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6" name="Picture Placeholder 33">
            <a:extLst>
              <a:ext uri="{FF2B5EF4-FFF2-40B4-BE49-F238E27FC236}">
                <a16:creationId xmlns:a16="http://schemas.microsoft.com/office/drawing/2014/main" id="{4B6BCE84-A7A7-4701-966F-9F969C523C51}"/>
              </a:ext>
            </a:extLst>
          </p:cNvPr>
          <p:cNvSpPr>
            <a:spLocks noGrp="1"/>
          </p:cNvSpPr>
          <p:nvPr>
            <p:ph type="pic" sz="quarter" idx="18"/>
          </p:nvPr>
        </p:nvSpPr>
        <p:spPr>
          <a:xfrm>
            <a:off x="6749558"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7" name="Picture Placeholder 33">
            <a:extLst>
              <a:ext uri="{FF2B5EF4-FFF2-40B4-BE49-F238E27FC236}">
                <a16:creationId xmlns:a16="http://schemas.microsoft.com/office/drawing/2014/main" id="{2F810615-16AA-4D3F-93BB-1074BABE1234}"/>
              </a:ext>
            </a:extLst>
          </p:cNvPr>
          <p:cNvSpPr>
            <a:spLocks noGrp="1"/>
          </p:cNvSpPr>
          <p:nvPr>
            <p:ph type="pic" sz="quarter" idx="19"/>
          </p:nvPr>
        </p:nvSpPr>
        <p:spPr>
          <a:xfrm>
            <a:off x="9435088"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9E999B4-BC91-4EF5-915C-59E58E141134}"/>
              </a:ext>
            </a:extLst>
          </p:cNvPr>
          <p:cNvSpPr/>
          <p:nvPr userDrawn="1"/>
        </p:nvSpPr>
        <p:spPr>
          <a:xfrm>
            <a:off x="979920" y="4514247"/>
            <a:ext cx="2379325" cy="1686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E3D72D1-545E-4FA9-B18F-DBE257DA9472}"/>
              </a:ext>
            </a:extLst>
          </p:cNvPr>
          <p:cNvSpPr/>
          <p:nvPr userDrawn="1"/>
        </p:nvSpPr>
        <p:spPr>
          <a:xfrm>
            <a:off x="3621344" y="4514247"/>
            <a:ext cx="2379325" cy="16865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A1FF2C74-7F94-4D15-9530-4844CA0ABABA}"/>
              </a:ext>
            </a:extLst>
          </p:cNvPr>
          <p:cNvSpPr/>
          <p:nvPr userDrawn="1"/>
        </p:nvSpPr>
        <p:spPr>
          <a:xfrm>
            <a:off x="6262766" y="4514247"/>
            <a:ext cx="2379325" cy="168652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D65048BF-5755-467D-94DA-799CD1A9ED70}"/>
              </a:ext>
            </a:extLst>
          </p:cNvPr>
          <p:cNvSpPr/>
          <p:nvPr userDrawn="1"/>
        </p:nvSpPr>
        <p:spPr>
          <a:xfrm>
            <a:off x="8904188" y="4514247"/>
            <a:ext cx="2379325" cy="168652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 Placeholder 39">
            <a:extLst>
              <a:ext uri="{FF2B5EF4-FFF2-40B4-BE49-F238E27FC236}">
                <a16:creationId xmlns:a16="http://schemas.microsoft.com/office/drawing/2014/main" id="{3C8488B4-AC1B-43A6-A416-3F5BC72456F9}"/>
              </a:ext>
            </a:extLst>
          </p:cNvPr>
          <p:cNvSpPr>
            <a:spLocks noGrp="1"/>
          </p:cNvSpPr>
          <p:nvPr>
            <p:ph type="body" sz="quarter" idx="20" hasCustomPrompt="1"/>
          </p:nvPr>
        </p:nvSpPr>
        <p:spPr>
          <a:xfrm>
            <a:off x="1091465"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950DB978-3832-472D-9958-42D6A712EA6B}"/>
              </a:ext>
            </a:extLst>
          </p:cNvPr>
          <p:cNvSpPr>
            <a:spLocks noGrp="1"/>
          </p:cNvSpPr>
          <p:nvPr>
            <p:ph type="body" sz="quarter" idx="21" hasCustomPrompt="1"/>
          </p:nvPr>
        </p:nvSpPr>
        <p:spPr>
          <a:xfrm>
            <a:off x="3732888"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7A9C8821-D3DD-40C3-83BD-38D190405711}"/>
              </a:ext>
            </a:extLst>
          </p:cNvPr>
          <p:cNvSpPr>
            <a:spLocks noGrp="1"/>
          </p:cNvSpPr>
          <p:nvPr>
            <p:ph type="body" sz="quarter" idx="22" hasCustomPrompt="1"/>
          </p:nvPr>
        </p:nvSpPr>
        <p:spPr>
          <a:xfrm>
            <a:off x="6374310"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C3FC554A-BF67-40BD-BD4F-B2EA17BBDBC1}"/>
              </a:ext>
            </a:extLst>
          </p:cNvPr>
          <p:cNvSpPr>
            <a:spLocks noGrp="1"/>
          </p:cNvSpPr>
          <p:nvPr>
            <p:ph type="body" sz="quarter" idx="23" hasCustomPrompt="1"/>
          </p:nvPr>
        </p:nvSpPr>
        <p:spPr>
          <a:xfrm>
            <a:off x="9015732"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cxnSp>
        <p:nvCxnSpPr>
          <p:cNvPr id="6" name="Straight Connector 5">
            <a:extLst>
              <a:ext uri="{FF2B5EF4-FFF2-40B4-BE49-F238E27FC236}">
                <a16:creationId xmlns:a16="http://schemas.microsoft.com/office/drawing/2014/main" id="{62ECF54D-C7AE-4FFE-A9FA-ECD663CD2A09}"/>
              </a:ext>
            </a:extLst>
          </p:cNvPr>
          <p:cNvCxnSpPr>
            <a:cxnSpLocks/>
          </p:cNvCxnSpPr>
          <p:nvPr userDrawn="1"/>
        </p:nvCxnSpPr>
        <p:spPr>
          <a:xfrm>
            <a:off x="979920" y="4357837"/>
            <a:ext cx="237932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FB84BED-8481-4D23-AE06-31529215FE6C}"/>
              </a:ext>
            </a:extLst>
          </p:cNvPr>
          <p:cNvCxnSpPr>
            <a:cxnSpLocks/>
          </p:cNvCxnSpPr>
          <p:nvPr userDrawn="1"/>
        </p:nvCxnSpPr>
        <p:spPr>
          <a:xfrm>
            <a:off x="3621344" y="4357837"/>
            <a:ext cx="237932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A09D405-9228-4697-A91F-4E5A2B5B6512}"/>
              </a:ext>
            </a:extLst>
          </p:cNvPr>
          <p:cNvCxnSpPr>
            <a:cxnSpLocks/>
          </p:cNvCxnSpPr>
          <p:nvPr userDrawn="1"/>
        </p:nvCxnSpPr>
        <p:spPr>
          <a:xfrm>
            <a:off x="6262767" y="4357837"/>
            <a:ext cx="2379325"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645748A-37E1-4661-B50F-D1FCAF7F3088}"/>
              </a:ext>
            </a:extLst>
          </p:cNvPr>
          <p:cNvCxnSpPr>
            <a:cxnSpLocks/>
          </p:cNvCxnSpPr>
          <p:nvPr userDrawn="1"/>
        </p:nvCxnSpPr>
        <p:spPr>
          <a:xfrm>
            <a:off x="8904191" y="4357837"/>
            <a:ext cx="237932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08721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6" y="1233488"/>
            <a:ext cx="4140890"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sp>
        <p:nvSpPr>
          <p:cNvPr id="18" name="Rectangle 17">
            <a:extLst>
              <a:ext uri="{FF2B5EF4-FFF2-40B4-BE49-F238E27FC236}">
                <a16:creationId xmlns:a16="http://schemas.microsoft.com/office/drawing/2014/main" id="{1DD2DC66-11E4-4714-A8DE-E8AC34D49655}"/>
              </a:ext>
            </a:extLst>
          </p:cNvPr>
          <p:cNvSpPr/>
          <p:nvPr userDrawn="1"/>
        </p:nvSpPr>
        <p:spPr>
          <a:xfrm>
            <a:off x="4615257" y="1233489"/>
            <a:ext cx="2371952" cy="51482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B6748F93-9B1D-4874-A164-A654BF7D6C8C}"/>
              </a:ext>
            </a:extLst>
          </p:cNvPr>
          <p:cNvGrpSpPr/>
          <p:nvPr userDrawn="1"/>
        </p:nvGrpSpPr>
        <p:grpSpPr>
          <a:xfrm>
            <a:off x="4842107" y="2462886"/>
            <a:ext cx="1918252" cy="2689468"/>
            <a:chOff x="4790661" y="2266122"/>
            <a:chExt cx="1918252" cy="2852530"/>
          </a:xfrm>
        </p:grpSpPr>
        <p:cxnSp>
          <p:nvCxnSpPr>
            <p:cNvPr id="4" name="Straight Connector 3">
              <a:extLst>
                <a:ext uri="{FF2B5EF4-FFF2-40B4-BE49-F238E27FC236}">
                  <a16:creationId xmlns:a16="http://schemas.microsoft.com/office/drawing/2014/main" id="{4AEF10CE-C943-4C6B-9DBF-5A0E63CDC89B}"/>
                </a:ext>
              </a:extLst>
            </p:cNvPr>
            <p:cNvCxnSpPr/>
            <p:nvPr userDrawn="1"/>
          </p:nvCxnSpPr>
          <p:spPr>
            <a:xfrm>
              <a:off x="4790661" y="226612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428B198-0637-4F15-900F-6709BFE4BDEA}"/>
                </a:ext>
              </a:extLst>
            </p:cNvPr>
            <p:cNvCxnSpPr/>
            <p:nvPr userDrawn="1"/>
          </p:nvCxnSpPr>
          <p:spPr>
            <a:xfrm>
              <a:off x="4790661" y="3692387"/>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F29A1B0-F4AB-4243-979A-50FADE3330EA}"/>
                </a:ext>
              </a:extLst>
            </p:cNvPr>
            <p:cNvCxnSpPr/>
            <p:nvPr userDrawn="1"/>
          </p:nvCxnSpPr>
          <p:spPr>
            <a:xfrm>
              <a:off x="4790661" y="511865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F894F998-0FDF-4CA2-802E-4FCFA7674171}"/>
              </a:ext>
            </a:extLst>
          </p:cNvPr>
          <p:cNvGrpSpPr/>
          <p:nvPr userDrawn="1"/>
        </p:nvGrpSpPr>
        <p:grpSpPr>
          <a:xfrm>
            <a:off x="7090100" y="2462886"/>
            <a:ext cx="4801862" cy="2689468"/>
            <a:chOff x="4790661" y="2266122"/>
            <a:chExt cx="1918252" cy="2852530"/>
          </a:xfrm>
        </p:grpSpPr>
        <p:cxnSp>
          <p:nvCxnSpPr>
            <p:cNvPr id="33" name="Straight Connector 32">
              <a:extLst>
                <a:ext uri="{FF2B5EF4-FFF2-40B4-BE49-F238E27FC236}">
                  <a16:creationId xmlns:a16="http://schemas.microsoft.com/office/drawing/2014/main" id="{C1F0C0C8-87C4-49FB-B35B-E937E9D0BEC5}"/>
                </a:ext>
              </a:extLst>
            </p:cNvPr>
            <p:cNvCxnSpPr/>
            <p:nvPr userDrawn="1"/>
          </p:nvCxnSpPr>
          <p:spPr>
            <a:xfrm>
              <a:off x="4790661" y="226612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857C5D3-7E33-4894-8AC3-0FD1BEB12F40}"/>
                </a:ext>
              </a:extLst>
            </p:cNvPr>
            <p:cNvCxnSpPr/>
            <p:nvPr userDrawn="1"/>
          </p:nvCxnSpPr>
          <p:spPr>
            <a:xfrm>
              <a:off x="4790661" y="3692387"/>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00BA9F8-92BF-42F0-BD46-D9B7E7422F75}"/>
                </a:ext>
              </a:extLst>
            </p:cNvPr>
            <p:cNvCxnSpPr/>
            <p:nvPr userDrawn="1"/>
          </p:nvCxnSpPr>
          <p:spPr>
            <a:xfrm>
              <a:off x="4790661" y="511865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7166507" y="1463643"/>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179CBA0C-6465-4209-AF3F-548A57F20CE8}"/>
              </a:ext>
            </a:extLst>
          </p:cNvPr>
          <p:cNvSpPr>
            <a:spLocks noGrp="1"/>
          </p:cNvSpPr>
          <p:nvPr>
            <p:ph type="body" sz="quarter" idx="21" hasCustomPrompt="1"/>
          </p:nvPr>
        </p:nvSpPr>
        <p:spPr>
          <a:xfrm>
            <a:off x="7166507" y="27417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99852211-6BD9-4B69-BBC9-F2181F272D23}"/>
              </a:ext>
            </a:extLst>
          </p:cNvPr>
          <p:cNvSpPr>
            <a:spLocks noGrp="1"/>
          </p:cNvSpPr>
          <p:nvPr>
            <p:ph type="body" sz="quarter" idx="22" hasCustomPrompt="1"/>
          </p:nvPr>
        </p:nvSpPr>
        <p:spPr>
          <a:xfrm>
            <a:off x="7166507" y="4069997"/>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EF11D65-7095-41D2-9630-E2EB44552E58}"/>
              </a:ext>
            </a:extLst>
          </p:cNvPr>
          <p:cNvSpPr>
            <a:spLocks noGrp="1"/>
          </p:cNvSpPr>
          <p:nvPr>
            <p:ph type="body" sz="quarter" idx="23" hasCustomPrompt="1"/>
          </p:nvPr>
        </p:nvSpPr>
        <p:spPr>
          <a:xfrm>
            <a:off x="7166507" y="53943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5227571" y="1437538"/>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4" name="Picture Placeholder 33">
            <a:extLst>
              <a:ext uri="{FF2B5EF4-FFF2-40B4-BE49-F238E27FC236}">
                <a16:creationId xmlns:a16="http://schemas.microsoft.com/office/drawing/2014/main" id="{9A1BE0BE-1FFD-445C-B6BA-E4A602D22112}"/>
              </a:ext>
            </a:extLst>
          </p:cNvPr>
          <p:cNvSpPr>
            <a:spLocks noGrp="1"/>
          </p:cNvSpPr>
          <p:nvPr>
            <p:ph type="pic" sz="quarter" idx="24"/>
          </p:nvPr>
        </p:nvSpPr>
        <p:spPr>
          <a:xfrm>
            <a:off x="5227571" y="2715650"/>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5" name="Picture Placeholder 33">
            <a:extLst>
              <a:ext uri="{FF2B5EF4-FFF2-40B4-BE49-F238E27FC236}">
                <a16:creationId xmlns:a16="http://schemas.microsoft.com/office/drawing/2014/main" id="{B577AF17-6C7E-48B9-B267-0874B232A710}"/>
              </a:ext>
            </a:extLst>
          </p:cNvPr>
          <p:cNvSpPr>
            <a:spLocks noGrp="1"/>
          </p:cNvSpPr>
          <p:nvPr>
            <p:ph type="pic" sz="quarter" idx="25"/>
          </p:nvPr>
        </p:nvSpPr>
        <p:spPr>
          <a:xfrm>
            <a:off x="5227571" y="4043892"/>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98A01AB1-3434-46C7-B1B3-90AFD4B1799F}"/>
              </a:ext>
            </a:extLst>
          </p:cNvPr>
          <p:cNvSpPr>
            <a:spLocks noGrp="1"/>
          </p:cNvSpPr>
          <p:nvPr>
            <p:ph type="pic" sz="quarter" idx="26"/>
          </p:nvPr>
        </p:nvSpPr>
        <p:spPr>
          <a:xfrm>
            <a:off x="5227571" y="5368250"/>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7280925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1DD2DC66-11E4-4714-A8DE-E8AC34D49655}"/>
              </a:ext>
            </a:extLst>
          </p:cNvPr>
          <p:cNvSpPr/>
          <p:nvPr userDrawn="1"/>
        </p:nvSpPr>
        <p:spPr>
          <a:xfrm>
            <a:off x="371475" y="1233488"/>
            <a:ext cx="2293200"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AF541B1-4F4B-40BC-BF0B-B80864399D0C}"/>
              </a:ext>
            </a:extLst>
          </p:cNvPr>
          <p:cNvSpPr/>
          <p:nvPr userDrawn="1"/>
        </p:nvSpPr>
        <p:spPr>
          <a:xfrm>
            <a:off x="371475" y="3773172"/>
            <a:ext cx="2293200"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B837A4A-8DA3-4F45-9468-2C7DE5B35803}"/>
              </a:ext>
            </a:extLst>
          </p:cNvPr>
          <p:cNvSpPr/>
          <p:nvPr userDrawn="1"/>
        </p:nvSpPr>
        <p:spPr>
          <a:xfrm>
            <a:off x="6170635" y="1233487"/>
            <a:ext cx="2294237"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39CA034F-F360-4CF5-B944-C16768254C5A}"/>
              </a:ext>
            </a:extLst>
          </p:cNvPr>
          <p:cNvSpPr/>
          <p:nvPr userDrawn="1"/>
        </p:nvSpPr>
        <p:spPr>
          <a:xfrm>
            <a:off x="6170635" y="3773171"/>
            <a:ext cx="2294237"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615473" y="1713955"/>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CA01639-D8FA-4F18-8FE5-E923F5A1BB48}"/>
              </a:ext>
            </a:extLst>
          </p:cNvPr>
          <p:cNvSpPr/>
          <p:nvPr userDrawn="1"/>
        </p:nvSpPr>
        <p:spPr>
          <a:xfrm>
            <a:off x="2730561"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AF02D09E-3C25-405E-BF24-A884A07C224A}"/>
              </a:ext>
            </a:extLst>
          </p:cNvPr>
          <p:cNvSpPr/>
          <p:nvPr userDrawn="1"/>
        </p:nvSpPr>
        <p:spPr>
          <a:xfrm>
            <a:off x="2730561"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2900245"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5" name="Text Placeholder 39">
            <a:extLst>
              <a:ext uri="{FF2B5EF4-FFF2-40B4-BE49-F238E27FC236}">
                <a16:creationId xmlns:a16="http://schemas.microsoft.com/office/drawing/2014/main" id="{33BDF68D-A417-4526-95BD-83DC0A4FA5B1}"/>
              </a:ext>
            </a:extLst>
          </p:cNvPr>
          <p:cNvSpPr>
            <a:spLocks noGrp="1"/>
          </p:cNvSpPr>
          <p:nvPr>
            <p:ph type="body" sz="quarter" idx="27" hasCustomPrompt="1"/>
          </p:nvPr>
        </p:nvSpPr>
        <p:spPr>
          <a:xfrm>
            <a:off x="2900245"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6" name="Rectangle 35">
            <a:extLst>
              <a:ext uri="{FF2B5EF4-FFF2-40B4-BE49-F238E27FC236}">
                <a16:creationId xmlns:a16="http://schemas.microsoft.com/office/drawing/2014/main" id="{1C6F0F84-9668-4EA8-A3F5-3AD5AED3EFDD}"/>
              </a:ext>
            </a:extLst>
          </p:cNvPr>
          <p:cNvSpPr/>
          <p:nvPr userDrawn="1"/>
        </p:nvSpPr>
        <p:spPr>
          <a:xfrm>
            <a:off x="8549714"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19CCCFCB-4EAD-47A3-8F4A-307EE022DD53}"/>
              </a:ext>
            </a:extLst>
          </p:cNvPr>
          <p:cNvSpPr/>
          <p:nvPr userDrawn="1"/>
        </p:nvSpPr>
        <p:spPr>
          <a:xfrm>
            <a:off x="8549714"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 Placeholder 39">
            <a:extLst>
              <a:ext uri="{FF2B5EF4-FFF2-40B4-BE49-F238E27FC236}">
                <a16:creationId xmlns:a16="http://schemas.microsoft.com/office/drawing/2014/main" id="{058CD71F-A7E3-4F68-ADE3-4E6B1BAE3129}"/>
              </a:ext>
            </a:extLst>
          </p:cNvPr>
          <p:cNvSpPr>
            <a:spLocks noGrp="1"/>
          </p:cNvSpPr>
          <p:nvPr>
            <p:ph type="body" sz="quarter" idx="28" hasCustomPrompt="1"/>
          </p:nvPr>
        </p:nvSpPr>
        <p:spPr>
          <a:xfrm>
            <a:off x="8719398"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50" name="Text Placeholder 39">
            <a:extLst>
              <a:ext uri="{FF2B5EF4-FFF2-40B4-BE49-F238E27FC236}">
                <a16:creationId xmlns:a16="http://schemas.microsoft.com/office/drawing/2014/main" id="{6EC40EC2-3775-4AF2-965D-0235107D8342}"/>
              </a:ext>
            </a:extLst>
          </p:cNvPr>
          <p:cNvSpPr>
            <a:spLocks noGrp="1"/>
          </p:cNvSpPr>
          <p:nvPr>
            <p:ph type="body" sz="quarter" idx="29" hasCustomPrompt="1"/>
          </p:nvPr>
        </p:nvSpPr>
        <p:spPr>
          <a:xfrm>
            <a:off x="8719398"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51" name="Picture Placeholder 33">
            <a:extLst>
              <a:ext uri="{FF2B5EF4-FFF2-40B4-BE49-F238E27FC236}">
                <a16:creationId xmlns:a16="http://schemas.microsoft.com/office/drawing/2014/main" id="{F196EA03-E36C-4E2A-A82F-8FA76EC2DBFC}"/>
              </a:ext>
            </a:extLst>
          </p:cNvPr>
          <p:cNvSpPr>
            <a:spLocks noGrp="1"/>
          </p:cNvSpPr>
          <p:nvPr>
            <p:ph type="pic" sz="quarter" idx="30"/>
          </p:nvPr>
        </p:nvSpPr>
        <p:spPr>
          <a:xfrm>
            <a:off x="615473" y="4253638"/>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52" name="Picture Placeholder 33">
            <a:extLst>
              <a:ext uri="{FF2B5EF4-FFF2-40B4-BE49-F238E27FC236}">
                <a16:creationId xmlns:a16="http://schemas.microsoft.com/office/drawing/2014/main" id="{9A754FAD-4B3A-4A76-9F0D-84DA72FD822B}"/>
              </a:ext>
            </a:extLst>
          </p:cNvPr>
          <p:cNvSpPr>
            <a:spLocks noGrp="1"/>
          </p:cNvSpPr>
          <p:nvPr>
            <p:ph type="pic" sz="quarter" idx="31"/>
          </p:nvPr>
        </p:nvSpPr>
        <p:spPr>
          <a:xfrm>
            <a:off x="6415151" y="4253638"/>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53" name="Picture Placeholder 33">
            <a:extLst>
              <a:ext uri="{FF2B5EF4-FFF2-40B4-BE49-F238E27FC236}">
                <a16:creationId xmlns:a16="http://schemas.microsoft.com/office/drawing/2014/main" id="{7A45718F-1012-47C4-BF29-7462E5C6CB90}"/>
              </a:ext>
            </a:extLst>
          </p:cNvPr>
          <p:cNvSpPr>
            <a:spLocks noGrp="1"/>
          </p:cNvSpPr>
          <p:nvPr>
            <p:ph type="pic" sz="quarter" idx="32"/>
          </p:nvPr>
        </p:nvSpPr>
        <p:spPr>
          <a:xfrm>
            <a:off x="6415151" y="1713954"/>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6277322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DD2DC66-11E4-4714-A8DE-E8AC34D49655}"/>
              </a:ext>
            </a:extLst>
          </p:cNvPr>
          <p:cNvSpPr/>
          <p:nvPr userDrawn="1"/>
        </p:nvSpPr>
        <p:spPr>
          <a:xfrm>
            <a:off x="371474" y="1660868"/>
            <a:ext cx="2686613"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8CD9ECBB-3A0A-409C-B1C0-C8F4C3087894}"/>
              </a:ext>
            </a:extLst>
          </p:cNvPr>
          <p:cNvSpPr/>
          <p:nvPr userDrawn="1"/>
        </p:nvSpPr>
        <p:spPr>
          <a:xfrm>
            <a:off x="3316099" y="1660868"/>
            <a:ext cx="2686613"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FB4FA2C-0414-484D-95CD-C5E17E33E238}"/>
              </a:ext>
            </a:extLst>
          </p:cNvPr>
          <p:cNvSpPr/>
          <p:nvPr userDrawn="1"/>
        </p:nvSpPr>
        <p:spPr>
          <a:xfrm>
            <a:off x="6260723" y="1660868"/>
            <a:ext cx="2686613"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D0DE753-6478-4950-8F99-15952FCB6521}"/>
              </a:ext>
            </a:extLst>
          </p:cNvPr>
          <p:cNvSpPr/>
          <p:nvPr userDrawn="1"/>
        </p:nvSpPr>
        <p:spPr>
          <a:xfrm>
            <a:off x="9205348" y="1660868"/>
            <a:ext cx="2686613"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371474" y="4302782"/>
            <a:ext cx="2686613" cy="666781"/>
          </a:xfrm>
        </p:spPr>
        <p:txBody>
          <a:bodyPr anchor="t">
            <a:noAutofit/>
          </a:bodyPr>
          <a:lstStyle>
            <a:lvl1pPr marL="0" indent="0" algn="ctr">
              <a:buNone/>
              <a:defRPr sz="2000" b="1">
                <a:solidFill>
                  <a:schemeClr val="accent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371474"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316099" y="4302782"/>
            <a:ext cx="2686613" cy="666781"/>
          </a:xfrm>
        </p:spPr>
        <p:txBody>
          <a:bodyPr anchor="t">
            <a:noAutofit/>
          </a:bodyPr>
          <a:lstStyle>
            <a:lvl1pPr marL="0" indent="0" algn="ctr">
              <a:buNone/>
              <a:defRPr sz="2000" b="1">
                <a:solidFill>
                  <a:schemeClr val="accent2"/>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316099"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260723" y="4302782"/>
            <a:ext cx="2686613" cy="666781"/>
          </a:xfrm>
        </p:spPr>
        <p:txBody>
          <a:bodyPr anchor="t">
            <a:noAutofit/>
          </a:bodyPr>
          <a:lstStyle>
            <a:lvl1pPr marL="0" indent="0" algn="ctr">
              <a:buNone/>
              <a:defRPr sz="2000" b="1">
                <a:solidFill>
                  <a:schemeClr val="accent4"/>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260723"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205350" y="4302782"/>
            <a:ext cx="2686613" cy="666781"/>
          </a:xfrm>
        </p:spPr>
        <p:txBody>
          <a:bodyPr anchor="t">
            <a:noAutofit/>
          </a:bodyPr>
          <a:lstStyle>
            <a:lvl1pPr marL="0" indent="0" algn="ctr">
              <a:buNone/>
              <a:defRPr sz="2000" b="1">
                <a:solidFill>
                  <a:schemeClr val="accent6"/>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205350"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18847343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BB81E01-55F6-44A7-8ACB-B172EA0F9FB3}"/>
              </a:ext>
            </a:extLst>
          </p:cNvPr>
          <p:cNvSpPr/>
          <p:nvPr userDrawn="1"/>
        </p:nvSpPr>
        <p:spPr>
          <a:xfrm>
            <a:off x="467420" y="3895002"/>
            <a:ext cx="2494721" cy="2067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FAD85DF7-0BE8-4B88-98A1-F5062CDAA964}"/>
              </a:ext>
            </a:extLst>
          </p:cNvPr>
          <p:cNvSpPr/>
          <p:nvPr userDrawn="1"/>
        </p:nvSpPr>
        <p:spPr>
          <a:xfrm>
            <a:off x="3412044" y="3895002"/>
            <a:ext cx="2494721" cy="20672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F69394C-95D0-4D10-A34D-A35EF27D2806}"/>
              </a:ext>
            </a:extLst>
          </p:cNvPr>
          <p:cNvSpPr/>
          <p:nvPr userDrawn="1"/>
        </p:nvSpPr>
        <p:spPr>
          <a:xfrm>
            <a:off x="6356668" y="3895002"/>
            <a:ext cx="2494721" cy="2067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86DBF753-694A-4503-A33B-73C09E8EE3A5}"/>
              </a:ext>
            </a:extLst>
          </p:cNvPr>
          <p:cNvSpPr/>
          <p:nvPr userDrawn="1"/>
        </p:nvSpPr>
        <p:spPr>
          <a:xfrm>
            <a:off x="9301294" y="3895002"/>
            <a:ext cx="2494721" cy="206723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604610"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604610"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549235"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549235"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493859"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493859"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438486"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438486"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5653828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4900613" y="1233488"/>
            <a:ext cx="6991350" cy="4967287"/>
          </a:xfrm>
        </p:spPr>
        <p:txBody>
          <a:bodyPr>
            <a:normAutofit/>
          </a:bodyPr>
          <a:lstStyle>
            <a:lvl1pPr marL="0" indent="0" algn="ctr">
              <a:buNone/>
              <a:defRPr sz="2000"/>
            </a:lvl1pPr>
          </a:lstStyle>
          <a:p>
            <a:r>
              <a:rPr lang="en-US"/>
              <a:t>Click icon to add chart</a:t>
            </a:r>
            <a:endParaRPr lang="en-US" dirty="0"/>
          </a:p>
        </p:txBody>
      </p:sp>
      <p:sp>
        <p:nvSpPr>
          <p:cNvPr id="25" name="Rectangle 24">
            <a:extLst>
              <a:ext uri="{FF2B5EF4-FFF2-40B4-BE49-F238E27FC236}">
                <a16:creationId xmlns:a16="http://schemas.microsoft.com/office/drawing/2014/main" id="{D928258E-48B5-471F-BC61-B45FB2CA51BA}"/>
              </a:ext>
            </a:extLst>
          </p:cNvPr>
          <p:cNvSpPr/>
          <p:nvPr userDrawn="1"/>
        </p:nvSpPr>
        <p:spPr>
          <a:xfrm>
            <a:off x="371474" y="1233488"/>
            <a:ext cx="4419187"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9867FAC3-5109-4D5D-8105-FC48313396C4}"/>
              </a:ext>
            </a:extLst>
          </p:cNvPr>
          <p:cNvSpPr>
            <a:spLocks noGrp="1"/>
          </p:cNvSpPr>
          <p:nvPr>
            <p:ph type="body" sz="quarter" idx="14"/>
          </p:nvPr>
        </p:nvSpPr>
        <p:spPr>
          <a:xfrm>
            <a:off x="546100" y="1450975"/>
            <a:ext cx="4065588" cy="4552950"/>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96796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11520488" cy="4967287"/>
          </a:xfrm>
        </p:spPr>
        <p:txBody>
          <a:bodyPr>
            <a:normAutofit/>
          </a:bodyPr>
          <a:lstStyle>
            <a:lvl1pPr marL="0" indent="0" algn="ctr">
              <a:buNone/>
              <a:defRPr sz="2000"/>
            </a:lvl1pPr>
          </a:lstStyle>
          <a:p>
            <a:r>
              <a:rPr lang="en-US"/>
              <a:t>Click icon to add chart</a:t>
            </a:r>
            <a:endParaRPr lang="en-US" dirty="0"/>
          </a:p>
        </p:txBody>
      </p:sp>
    </p:spTree>
    <p:extLst>
      <p:ext uri="{BB962C8B-B14F-4D97-AF65-F5344CB8AC3E}">
        <p14:creationId xmlns:p14="http://schemas.microsoft.com/office/powerpoint/2010/main" val="25895297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7450621" cy="4967287"/>
          </a:xfrm>
        </p:spPr>
        <p:txBody>
          <a:bodyPr>
            <a:normAutofit/>
          </a:bodyPr>
          <a:lstStyle>
            <a:lvl1pPr marL="0" indent="0" algn="ctr">
              <a:buNone/>
              <a:defRPr sz="2000"/>
            </a:lvl1pPr>
          </a:lstStyle>
          <a:p>
            <a:r>
              <a:rPr lang="en-US"/>
              <a:t>Click icon to add chart</a:t>
            </a:r>
            <a:endParaRPr lang="en-US" dirty="0"/>
          </a:p>
        </p:txBody>
      </p:sp>
      <p:sp>
        <p:nvSpPr>
          <p:cNvPr id="5" name="Picture Placeholder 4">
            <a:extLst>
              <a:ext uri="{FF2B5EF4-FFF2-40B4-BE49-F238E27FC236}">
                <a16:creationId xmlns:a16="http://schemas.microsoft.com/office/drawing/2014/main" id="{F1D1D3DC-359F-47D3-A498-6E5DEF615BD3}"/>
              </a:ext>
            </a:extLst>
          </p:cNvPr>
          <p:cNvSpPr>
            <a:spLocks noGrp="1"/>
          </p:cNvSpPr>
          <p:nvPr>
            <p:ph type="pic" sz="quarter" idx="14"/>
          </p:nvPr>
        </p:nvSpPr>
        <p:spPr>
          <a:xfrm>
            <a:off x="7940675" y="1233488"/>
            <a:ext cx="3951288" cy="4967287"/>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38405930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81415" y="1233488"/>
            <a:ext cx="5512490" cy="4967287"/>
          </a:xfrm>
        </p:spPr>
        <p:txBody>
          <a:bodyPr>
            <a:normAutofit/>
          </a:bodyPr>
          <a:lstStyle>
            <a:lvl1pPr marL="0" indent="0" algn="ctr">
              <a:buNone/>
              <a:defRPr sz="2000"/>
            </a:lvl1pPr>
          </a:lstStyle>
          <a:p>
            <a:r>
              <a:rPr lang="en-US"/>
              <a:t>Click icon to add chart</a:t>
            </a:r>
            <a:endParaRPr lang="en-US" dirty="0"/>
          </a:p>
        </p:txBody>
      </p:sp>
      <p:sp>
        <p:nvSpPr>
          <p:cNvPr id="7" name="Chart Placeholder 3">
            <a:extLst>
              <a:ext uri="{FF2B5EF4-FFF2-40B4-BE49-F238E27FC236}">
                <a16:creationId xmlns:a16="http://schemas.microsoft.com/office/drawing/2014/main" id="{6750280A-6976-42F9-B984-8601DD1972DC}"/>
              </a:ext>
            </a:extLst>
          </p:cNvPr>
          <p:cNvSpPr>
            <a:spLocks noGrp="1"/>
          </p:cNvSpPr>
          <p:nvPr>
            <p:ph type="chart" sz="quarter" idx="14"/>
          </p:nvPr>
        </p:nvSpPr>
        <p:spPr>
          <a:xfrm>
            <a:off x="6379473" y="1233488"/>
            <a:ext cx="5512490" cy="4967287"/>
          </a:xfrm>
        </p:spPr>
        <p:txBody>
          <a:bodyPr>
            <a:normAutofit/>
          </a:bodyPr>
          <a:lstStyle>
            <a:lvl1pPr marL="0" indent="0" algn="ctr">
              <a:buNone/>
              <a:defRPr sz="2000"/>
            </a:lvl1pPr>
          </a:lstStyle>
          <a:p>
            <a:r>
              <a:rPr lang="en-US"/>
              <a:t>Click icon to add chart</a:t>
            </a:r>
            <a:endParaRPr lang="en-US" dirty="0"/>
          </a:p>
        </p:txBody>
      </p:sp>
      <p:cxnSp>
        <p:nvCxnSpPr>
          <p:cNvPr id="6" name="Straight Connector 5">
            <a:extLst>
              <a:ext uri="{FF2B5EF4-FFF2-40B4-BE49-F238E27FC236}">
                <a16:creationId xmlns:a16="http://schemas.microsoft.com/office/drawing/2014/main" id="{5E63221D-DF23-4F80-AB42-A74C1B1CB425}"/>
              </a:ext>
            </a:extLst>
          </p:cNvPr>
          <p:cNvCxnSpPr/>
          <p:nvPr userDrawn="1"/>
        </p:nvCxnSpPr>
        <p:spPr>
          <a:xfrm>
            <a:off x="6125817" y="1233488"/>
            <a:ext cx="0" cy="49672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5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510622" y="1362696"/>
            <a:ext cx="5552246" cy="2294899"/>
          </a:xfrm>
        </p:spPr>
        <p:txBody>
          <a:bodyPr>
            <a:normAutofit/>
          </a:bodyPr>
          <a:lstStyle>
            <a:lvl1pPr marL="0" indent="0" algn="ctr">
              <a:buNone/>
              <a:defRPr sz="2000"/>
            </a:lvl1pPr>
          </a:lstStyle>
          <a:p>
            <a:r>
              <a:rPr lang="en-US"/>
              <a:t>Click icon to add chart</a:t>
            </a:r>
            <a:endParaRPr lang="en-US" dirty="0"/>
          </a:p>
        </p:txBody>
      </p:sp>
      <p:sp>
        <p:nvSpPr>
          <p:cNvPr id="9" name="Chart Placeholder 3">
            <a:extLst>
              <a:ext uri="{FF2B5EF4-FFF2-40B4-BE49-F238E27FC236}">
                <a16:creationId xmlns:a16="http://schemas.microsoft.com/office/drawing/2014/main" id="{3CC4F2FB-E360-40E2-BDA5-455EB243C216}"/>
              </a:ext>
            </a:extLst>
          </p:cNvPr>
          <p:cNvSpPr>
            <a:spLocks noGrp="1"/>
          </p:cNvSpPr>
          <p:nvPr>
            <p:ph type="chart" sz="quarter" idx="14"/>
          </p:nvPr>
        </p:nvSpPr>
        <p:spPr>
          <a:xfrm>
            <a:off x="500682" y="3781218"/>
            <a:ext cx="5552246" cy="2294899"/>
          </a:xfrm>
        </p:spPr>
        <p:txBody>
          <a:bodyPr>
            <a:normAutofit/>
          </a:bodyPr>
          <a:lstStyle>
            <a:lvl1pPr marL="0" indent="0" algn="ctr">
              <a:buNone/>
              <a:defRPr sz="2000"/>
            </a:lvl1pPr>
          </a:lstStyle>
          <a:p>
            <a:r>
              <a:rPr lang="en-US"/>
              <a:t>Click icon to add chart</a:t>
            </a:r>
            <a:endParaRPr lang="en-US" dirty="0"/>
          </a:p>
        </p:txBody>
      </p:sp>
      <p:sp>
        <p:nvSpPr>
          <p:cNvPr id="10" name="Chart Placeholder 3">
            <a:extLst>
              <a:ext uri="{FF2B5EF4-FFF2-40B4-BE49-F238E27FC236}">
                <a16:creationId xmlns:a16="http://schemas.microsoft.com/office/drawing/2014/main" id="{6373EAFD-6648-4861-97FB-A3961B86C814}"/>
              </a:ext>
            </a:extLst>
          </p:cNvPr>
          <p:cNvSpPr>
            <a:spLocks noGrp="1"/>
          </p:cNvSpPr>
          <p:nvPr>
            <p:ph type="chart" sz="quarter" idx="15"/>
          </p:nvPr>
        </p:nvSpPr>
        <p:spPr>
          <a:xfrm>
            <a:off x="6208643" y="1367561"/>
            <a:ext cx="5552246" cy="2294899"/>
          </a:xfrm>
        </p:spPr>
        <p:txBody>
          <a:bodyPr>
            <a:normAutofit/>
          </a:bodyPr>
          <a:lstStyle>
            <a:lvl1pPr marL="0" indent="0" algn="ctr">
              <a:buNone/>
              <a:defRPr sz="2000"/>
            </a:lvl1pPr>
          </a:lstStyle>
          <a:p>
            <a:r>
              <a:rPr lang="en-US"/>
              <a:t>Click icon to add chart</a:t>
            </a:r>
            <a:endParaRPr lang="en-US" dirty="0"/>
          </a:p>
        </p:txBody>
      </p:sp>
      <p:sp>
        <p:nvSpPr>
          <p:cNvPr id="11" name="Chart Placeholder 3">
            <a:extLst>
              <a:ext uri="{FF2B5EF4-FFF2-40B4-BE49-F238E27FC236}">
                <a16:creationId xmlns:a16="http://schemas.microsoft.com/office/drawing/2014/main" id="{CF0E102C-57E1-46ED-BE41-21C356F42BAD}"/>
              </a:ext>
            </a:extLst>
          </p:cNvPr>
          <p:cNvSpPr>
            <a:spLocks noGrp="1"/>
          </p:cNvSpPr>
          <p:nvPr>
            <p:ph type="chart" sz="quarter" idx="16"/>
          </p:nvPr>
        </p:nvSpPr>
        <p:spPr>
          <a:xfrm>
            <a:off x="6198703" y="3786083"/>
            <a:ext cx="5552246" cy="2294899"/>
          </a:xfrm>
        </p:spPr>
        <p:txBody>
          <a:bodyPr>
            <a:normAutofit/>
          </a:bodyPr>
          <a:lstStyle>
            <a:lvl1pPr marL="0" indent="0" algn="ctr">
              <a:buNone/>
              <a:defRPr sz="2000"/>
            </a:lvl1pPr>
          </a:lstStyle>
          <a:p>
            <a:r>
              <a:rPr lang="en-US"/>
              <a:t>Click icon to add chart</a:t>
            </a:r>
            <a:endParaRPr lang="en-US" dirty="0"/>
          </a:p>
        </p:txBody>
      </p:sp>
    </p:spTree>
    <p:extLst>
      <p:ext uri="{BB962C8B-B14F-4D97-AF65-F5344CB8AC3E}">
        <p14:creationId xmlns:p14="http://schemas.microsoft.com/office/powerpoint/2010/main" val="1020844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hasCustomPrompt="1"/>
          </p:nvPr>
        </p:nvSpPr>
        <p:spPr>
          <a:xfrm>
            <a:off x="1727201" y="2337595"/>
            <a:ext cx="8737600" cy="2182811"/>
          </a:xfrm>
        </p:spPr>
        <p:txBody>
          <a:bodyPr anchor="ctr">
            <a:normAutofit/>
          </a:bodyPr>
          <a:lstStyle>
            <a:lvl1pPr algn="ctr">
              <a:defRPr sz="11500">
                <a:solidFill>
                  <a:schemeClr val="tx1"/>
                </a:solidFill>
              </a:defRPr>
            </a:lvl1pPr>
          </a:lstStyle>
          <a:p>
            <a:r>
              <a:rPr lang="en-US" dirty="0"/>
              <a:t>Thank You</a:t>
            </a:r>
          </a:p>
        </p:txBody>
      </p:sp>
    </p:spTree>
    <p:extLst>
      <p:ext uri="{BB962C8B-B14F-4D97-AF65-F5344CB8AC3E}">
        <p14:creationId xmlns:p14="http://schemas.microsoft.com/office/powerpoint/2010/main" val="27575380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3DD3-9184-4434-93FC-DDB3E5B532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302458-F7EC-4A75-A897-E73CF8028E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D31584-D229-4F6C-BA8E-36782FDA8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a:extLst>
              <a:ext uri="{FF2B5EF4-FFF2-40B4-BE49-F238E27FC236}">
                <a16:creationId xmlns:a16="http://schemas.microsoft.com/office/drawing/2014/main" id="{382B7AE8-665C-4FF6-B292-B525984D93C4}"/>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13903189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2ACFC-0D65-4857-AAEE-904747F38A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594C5E-E06C-488C-AC82-331C53B94F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4EC8C27-FA57-408C-8D6B-844D81BC83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a:extLst>
              <a:ext uri="{FF2B5EF4-FFF2-40B4-BE49-F238E27FC236}">
                <a16:creationId xmlns:a16="http://schemas.microsoft.com/office/drawing/2014/main" id="{E468A18F-96D4-4F1F-BF6B-EDFACBF8D67C}"/>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18034160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060ACE-E228-45FD-83E3-FF4D1CCF705F}"/>
              </a:ext>
            </a:extLst>
          </p:cNvPr>
          <p:cNvSpPr>
            <a:spLocks noGrp="1"/>
          </p:cNvSpPr>
          <p:nvPr>
            <p:ph type="title"/>
          </p:nvPr>
        </p:nvSpPr>
        <p:spPr>
          <a:xfrm>
            <a:off x="371475" y="260351"/>
            <a:ext cx="11520487" cy="7588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88AF9FF-2A4E-41E6-956B-69BC625CC9A4}"/>
              </a:ext>
            </a:extLst>
          </p:cNvPr>
          <p:cNvSpPr>
            <a:spLocks noGrp="1"/>
          </p:cNvSpPr>
          <p:nvPr>
            <p:ph type="body" idx="1"/>
          </p:nvPr>
        </p:nvSpPr>
        <p:spPr>
          <a:xfrm>
            <a:off x="371474" y="1233488"/>
            <a:ext cx="11520487" cy="494347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CEE1F87C-C7F2-4F14-86B1-854B7B0C580E}"/>
              </a:ext>
            </a:extLst>
          </p:cNvPr>
          <p:cNvSpPr/>
          <p:nvPr userDrawn="1"/>
        </p:nvSpPr>
        <p:spPr>
          <a:xfrm>
            <a:off x="11229975" y="6512060"/>
            <a:ext cx="962025" cy="3459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a:extLst>
              <a:ext uri="{FF2B5EF4-FFF2-40B4-BE49-F238E27FC236}">
                <a16:creationId xmlns:a16="http://schemas.microsoft.com/office/drawing/2014/main" id="{94FD9470-E137-41DF-A5CA-C7B4B9856E94}"/>
              </a:ext>
            </a:extLst>
          </p:cNvPr>
          <p:cNvSpPr>
            <a:spLocks noGrp="1"/>
          </p:cNvSpPr>
          <p:nvPr>
            <p:ph type="sldNum" sz="quarter" idx="4"/>
          </p:nvPr>
        </p:nvSpPr>
        <p:spPr>
          <a:xfrm>
            <a:off x="11518900" y="6581978"/>
            <a:ext cx="373062" cy="206104"/>
          </a:xfrm>
          <a:prstGeom prst="rect">
            <a:avLst/>
          </a:prstGeom>
        </p:spPr>
        <p:txBody>
          <a:bodyPr vert="horz" lIns="91440" tIns="45720" rIns="91440" bIns="45720" rtlCol="0" anchor="ctr"/>
          <a:lstStyle>
            <a:lvl1pPr algn="r">
              <a:defRPr sz="1200">
                <a:solidFill>
                  <a:schemeClr val="bg1"/>
                </a:solidFill>
              </a:defRPr>
            </a:lvl1pPr>
          </a:lstStyle>
          <a:p>
            <a:fld id="{03DC2DEF-D2FE-4B45-ABA4-9F153FD1C98A}" type="slidenum">
              <a:rPr lang="en-US" smtClean="0"/>
              <a:pPr/>
              <a:t>‹#›</a:t>
            </a:fld>
            <a:endParaRPr lang="en-US" dirty="0"/>
          </a:p>
        </p:txBody>
      </p:sp>
      <p:sp>
        <p:nvSpPr>
          <p:cNvPr id="8" name="Rectangle 7">
            <a:extLst>
              <a:ext uri="{FF2B5EF4-FFF2-40B4-BE49-F238E27FC236}">
                <a16:creationId xmlns:a16="http://schemas.microsoft.com/office/drawing/2014/main" id="{48AB12CC-D752-4664-B92F-BAEFF0416B7E}"/>
              </a:ext>
            </a:extLst>
          </p:cNvPr>
          <p:cNvSpPr/>
          <p:nvPr userDrawn="1"/>
        </p:nvSpPr>
        <p:spPr>
          <a:xfrm>
            <a:off x="0" y="260350"/>
            <a:ext cx="300037" cy="755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3458329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50" r:id="rId6"/>
    <p:sldLayoutId id="2147483664" r:id="rId7"/>
    <p:sldLayoutId id="2147483665" r:id="rId8"/>
    <p:sldLayoutId id="2147483666" r:id="rId9"/>
    <p:sldLayoutId id="2147483667" r:id="rId10"/>
    <p:sldLayoutId id="2147483668" r:id="rId11"/>
    <p:sldLayoutId id="2147483669" r:id="rId12"/>
    <p:sldLayoutId id="2147483651" r:id="rId13"/>
    <p:sldLayoutId id="2147483670" r:id="rId14"/>
    <p:sldLayoutId id="2147483671" r:id="rId15"/>
    <p:sldLayoutId id="2147483672" r:id="rId16"/>
    <p:sldLayoutId id="2147483673" r:id="rId17"/>
    <p:sldLayoutId id="2147483652" r:id="rId18"/>
    <p:sldLayoutId id="2147483674" r:id="rId19"/>
    <p:sldLayoutId id="2147483675" r:id="rId20"/>
    <p:sldLayoutId id="2147483676" r:id="rId21"/>
    <p:sldLayoutId id="2147483677" r:id="rId22"/>
    <p:sldLayoutId id="2147483655" r:id="rId23"/>
    <p:sldLayoutId id="2147483678" r:id="rId24"/>
    <p:sldLayoutId id="2147483679" r:id="rId25"/>
    <p:sldLayoutId id="2147483680" r:id="rId26"/>
    <p:sldLayoutId id="2147483681" r:id="rId27"/>
    <p:sldLayoutId id="2147483653" r:id="rId28"/>
    <p:sldLayoutId id="2147483682" r:id="rId29"/>
    <p:sldLayoutId id="2147483683" r:id="rId30"/>
    <p:sldLayoutId id="2147483684" r:id="rId31"/>
    <p:sldLayoutId id="2147483685" r:id="rId32"/>
    <p:sldLayoutId id="2147483654" r:id="rId33"/>
    <p:sldLayoutId id="2147483686" r:id="rId34"/>
    <p:sldLayoutId id="2147483687" r:id="rId35"/>
    <p:sldLayoutId id="2147483689" r:id="rId36"/>
    <p:sldLayoutId id="2147483688" r:id="rId37"/>
    <p:sldLayoutId id="2147483690" r:id="rId38"/>
    <p:sldLayoutId id="2147483691" r:id="rId39"/>
    <p:sldLayoutId id="2147483692" r:id="rId40"/>
    <p:sldLayoutId id="2147483693" r:id="rId41"/>
    <p:sldLayoutId id="2147483694" r:id="rId42"/>
    <p:sldLayoutId id="2147483695" r:id="rId43"/>
    <p:sldLayoutId id="2147483696" r:id="rId44"/>
    <p:sldLayoutId id="2147483697" r:id="rId45"/>
    <p:sldLayoutId id="2147483698" r:id="rId46"/>
    <p:sldLayoutId id="2147483699" r:id="rId47"/>
    <p:sldLayoutId id="2147483700" r:id="rId48"/>
    <p:sldLayoutId id="2147483701" r:id="rId49"/>
    <p:sldLayoutId id="2147483702" r:id="rId50"/>
    <p:sldLayoutId id="2147483656" r:id="rId51"/>
    <p:sldLayoutId id="2147483657" r:id="rId52"/>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userDrawn="1">
          <p15:clr>
            <a:srgbClr val="F26B43"/>
          </p15:clr>
        </p15:guide>
        <p15:guide id="2" pos="234" userDrawn="1">
          <p15:clr>
            <a:srgbClr val="F26B43"/>
          </p15:clr>
        </p15:guide>
        <p15:guide id="3" orient="horz" pos="4133" userDrawn="1">
          <p15:clr>
            <a:srgbClr val="F26B43"/>
          </p15:clr>
        </p15:guide>
        <p15:guide id="4" pos="7491" userDrawn="1">
          <p15:clr>
            <a:srgbClr val="F26B43"/>
          </p15:clr>
        </p15:guide>
        <p15:guide id="5" orient="horz" pos="640" userDrawn="1">
          <p15:clr>
            <a:srgbClr val="F26B43"/>
          </p15:clr>
        </p15:guide>
        <p15:guide id="6" orient="horz" pos="777" userDrawn="1">
          <p15:clr>
            <a:srgbClr val="F26B43"/>
          </p15:clr>
        </p15:guide>
        <p15:guide id="7" orient="horz" pos="4020" userDrawn="1">
          <p15:clr>
            <a:srgbClr val="F26B43"/>
          </p15:clr>
        </p15:guide>
        <p15:guide id="8"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0"/>
          </p:nvPr>
        </p:nvPicPr>
        <p:blipFill>
          <a:blip r:embed="rId2"/>
          <a:srcRect l="6007" r="6007"/>
          <a:stretch>
            <a:fillRect/>
          </a:stretch>
        </p:blipFill>
        <p:spPr>
          <a:xfrm>
            <a:off x="-1" y="1"/>
            <a:ext cx="6262255" cy="6857999"/>
          </a:xfrm>
          <a:prstGeom prst="rect">
            <a:avLst/>
          </a:prstGeom>
        </p:spPr>
      </p:pic>
      <p:sp>
        <p:nvSpPr>
          <p:cNvPr id="3" name="Title 2"/>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HR Analytics</a:t>
            </a:r>
            <a:endParaRPr lang="en-IN" dirty="0"/>
          </a:p>
        </p:txBody>
      </p:sp>
      <p:sp>
        <p:nvSpPr>
          <p:cNvPr id="4" name="Subtitle 3"/>
          <p:cNvSpPr>
            <a:spLocks noGrp="1"/>
          </p:cNvSpPr>
          <p:nvPr>
            <p:ph type="subTitle" idx="1"/>
          </p:nvPr>
        </p:nvSpPr>
        <p:spPr/>
        <p:txBody>
          <a:bodyPr>
            <a:normAutofit/>
          </a:bodyPr>
          <a:lstStyle/>
          <a:p>
            <a:r>
              <a:rPr lang="en-US" i="1" dirty="0">
                <a:latin typeface="Times New Roman" panose="02020603050405020304" pitchFamily="18" charset="0"/>
                <a:cs typeface="Times New Roman" panose="02020603050405020304" pitchFamily="18" charset="0"/>
              </a:rPr>
              <a:t>Unlocking Insights from Employee Feedback Data</a:t>
            </a:r>
            <a:endParaRPr lang="en-IN" dirty="0"/>
          </a:p>
        </p:txBody>
      </p:sp>
    </p:spTree>
    <p:extLst>
      <p:ext uri="{BB962C8B-B14F-4D97-AF65-F5344CB8AC3E}">
        <p14:creationId xmlns:p14="http://schemas.microsoft.com/office/powerpoint/2010/main" val="33610253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Index</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Executive Summary</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Q1-Exploratory Data Analysis – Demographics by </a:t>
            </a:r>
            <a:r>
              <a:rPr lang="en-US" sz="2400" dirty="0" smtClean="0">
                <a:latin typeface="Times New Roman" panose="02020603050405020304" pitchFamily="18" charset="0"/>
                <a:cs typeface="Times New Roman" panose="02020603050405020304" pitchFamily="18" charset="0"/>
              </a:rPr>
              <a:t>Rating</a:t>
            </a:r>
          </a:p>
          <a:p>
            <a:pPr>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Additional Insights</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Q2-Correlation</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Q3-Dissatisfaction Percentage</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Q4-Sentiment Analysis</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Q5-Top10 themes</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Future - </a:t>
            </a:r>
            <a:r>
              <a:rPr lang="en-IN" sz="2400" dirty="0">
                <a:latin typeface="Times New Roman" panose="02020603050405020304" pitchFamily="18" charset="0"/>
                <a:cs typeface="Times New Roman" panose="02020603050405020304" pitchFamily="18" charset="0"/>
              </a:rPr>
              <a:t>Advanced Analytics Using </a:t>
            </a:r>
            <a:r>
              <a:rPr lang="en-IN" sz="2400" smtClean="0">
                <a:latin typeface="Times New Roman" panose="02020603050405020304" pitchFamily="18" charset="0"/>
                <a:cs typeface="Times New Roman" panose="02020603050405020304" pitchFamily="18" charset="0"/>
              </a:rPr>
              <a:t>GenAI</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a:p>
          <a:p>
            <a:pPr>
              <a:buFont typeface="Wingdings" panose="05000000000000000000" pitchFamily="2" charset="2"/>
              <a:buChar char="q"/>
            </a:pPr>
            <a:endParaRPr lang="en-IN" dirty="0"/>
          </a:p>
        </p:txBody>
      </p:sp>
      <p:sp>
        <p:nvSpPr>
          <p:cNvPr id="4" name="Slide Number Placeholder 3"/>
          <p:cNvSpPr>
            <a:spLocks noGrp="1"/>
          </p:cNvSpPr>
          <p:nvPr>
            <p:ph type="sldNum" sz="quarter" idx="12"/>
          </p:nvPr>
        </p:nvSpPr>
        <p:spPr/>
        <p:txBody>
          <a:bodyPr/>
          <a:lstStyle/>
          <a:p>
            <a:fld id="{03DC2DEF-D2FE-4B45-ABA4-9F153FD1C98A}" type="slidenum">
              <a:rPr lang="en-US" smtClean="0"/>
              <a:t>2</a:t>
            </a:fld>
            <a:endParaRPr lang="en-US" dirty="0"/>
          </a:p>
        </p:txBody>
      </p:sp>
    </p:spTree>
    <p:extLst>
      <p:ext uri="{BB962C8B-B14F-4D97-AF65-F5344CB8AC3E}">
        <p14:creationId xmlns:p14="http://schemas.microsoft.com/office/powerpoint/2010/main" val="27932658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Executive Summary</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b="1" dirty="0">
                <a:latin typeface="Times New Roman" panose="02020603050405020304" pitchFamily="18" charset="0"/>
                <a:cs typeface="Times New Roman" panose="02020603050405020304" pitchFamily="18" charset="0"/>
              </a:rPr>
              <a:t>Objective</a:t>
            </a:r>
            <a:r>
              <a:rPr lang="en-US" sz="2000" dirty="0">
                <a:latin typeface="Times New Roman" panose="02020603050405020304" pitchFamily="18" charset="0"/>
                <a:cs typeface="Times New Roman" panose="02020603050405020304" pitchFamily="18" charset="0"/>
              </a:rPr>
              <a:t>: This HR data analysis aims to examine employee data and derive actionable insights, focusing on factors such as employee satisfaction related to location, gender, compensation and benefits, career growth, and work-life balance.</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Value</a:t>
            </a:r>
            <a:r>
              <a:rPr lang="en-US" sz="2000" dirty="0">
                <a:latin typeface="Times New Roman" panose="02020603050405020304" pitchFamily="18" charset="0"/>
                <a:cs typeface="Times New Roman" panose="02020603050405020304" pitchFamily="18" charset="0"/>
              </a:rPr>
              <a:t>: The insights obtained will support data-driven decision-making to improve organizational efficiency, employee engagement, and overall workplace satisfaction.</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Dataset Overview</a:t>
            </a:r>
            <a:r>
              <a:rPr lang="en-US" sz="2000" dirty="0">
                <a:latin typeface="Times New Roman" panose="02020603050405020304" pitchFamily="18" charset="0"/>
                <a:cs typeface="Times New Roman" panose="02020603050405020304" pitchFamily="18" charset="0"/>
              </a:rPr>
              <a:t>: The dataset comprises an Excel file with 25,866 rows and 10 columns, containing critical information to uncover meaningful trends and insights in the HR domain.</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Analysis Results</a:t>
            </a:r>
            <a:r>
              <a:rPr lang="en-US" sz="2000" dirty="0">
                <a:latin typeface="Times New Roman" panose="02020603050405020304" pitchFamily="18" charset="0"/>
                <a:cs typeface="Times New Roman" panose="02020603050405020304" pitchFamily="18" charset="0"/>
              </a:rPr>
              <a:t>: Exploratory data analysis using advanced statistical techniques revealed significant patterns and relationships, offering valuable observations to guide HR strategies.</a:t>
            </a:r>
          </a:p>
        </p:txBody>
      </p:sp>
      <p:sp>
        <p:nvSpPr>
          <p:cNvPr id="4" name="Slide Number Placeholder 3"/>
          <p:cNvSpPr>
            <a:spLocks noGrp="1"/>
          </p:cNvSpPr>
          <p:nvPr>
            <p:ph type="sldNum" sz="quarter" idx="12"/>
          </p:nvPr>
        </p:nvSpPr>
        <p:spPr/>
        <p:txBody>
          <a:bodyPr/>
          <a:lstStyle/>
          <a:p>
            <a:fld id="{03DC2DEF-D2FE-4B45-ABA4-9F153FD1C98A}" type="slidenum">
              <a:rPr lang="en-US" smtClean="0"/>
              <a:t>3</a:t>
            </a:fld>
            <a:endParaRPr lang="en-US" dirty="0"/>
          </a:p>
        </p:txBody>
      </p:sp>
    </p:spTree>
    <p:extLst>
      <p:ext uri="{BB962C8B-B14F-4D97-AF65-F5344CB8AC3E}">
        <p14:creationId xmlns:p14="http://schemas.microsoft.com/office/powerpoint/2010/main" val="42072745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anose="02020603050405020304" pitchFamily="18" charset="0"/>
                <a:cs typeface="Times New Roman" panose="02020603050405020304" pitchFamily="18" charset="0"/>
              </a:rPr>
              <a:t>Problem </a:t>
            </a:r>
            <a:r>
              <a:rPr lang="en-IN" dirty="0">
                <a:latin typeface="Times New Roman" panose="02020603050405020304" pitchFamily="18" charset="0"/>
                <a:cs typeface="Times New Roman" panose="02020603050405020304" pitchFamily="18" charset="0"/>
              </a:rPr>
              <a:t>1 </a:t>
            </a:r>
          </a:p>
        </p:txBody>
      </p:sp>
      <p:sp>
        <p:nvSpPr>
          <p:cNvPr id="3" name="Content Placeholder 2"/>
          <p:cNvSpPr>
            <a:spLocks noGrp="1"/>
          </p:cNvSpPr>
          <p:nvPr>
            <p:ph idx="1"/>
          </p:nvPr>
        </p:nvSpPr>
        <p:spPr>
          <a:xfrm>
            <a:off x="371474" y="2001078"/>
            <a:ext cx="11520487" cy="4175885"/>
          </a:xfrm>
        </p:spPr>
        <p:txBody>
          <a:bodyPr/>
          <a:lstStyle/>
          <a:p>
            <a:pPr marL="0" indent="0">
              <a:buNone/>
            </a:pPr>
            <a:r>
              <a:rPr lang="en-US" dirty="0">
                <a:latin typeface="Times New Roman" panose="02020603050405020304" pitchFamily="18" charset="0"/>
                <a:cs typeface="Times New Roman" panose="02020603050405020304" pitchFamily="18" charset="0"/>
              </a:rPr>
              <a:t>Conduct exploratory </a:t>
            </a:r>
            <a:r>
              <a:rPr lang="en-US" dirty="0" smtClean="0">
                <a:latin typeface="Times New Roman" panose="02020603050405020304" pitchFamily="18" charset="0"/>
                <a:cs typeface="Times New Roman" panose="02020603050405020304" pitchFamily="18" charset="0"/>
              </a:rPr>
              <a:t>data analysis </a:t>
            </a:r>
            <a:r>
              <a:rPr lang="en-US" dirty="0">
                <a:latin typeface="Times New Roman" panose="02020603050405020304" pitchFamily="18" charset="0"/>
                <a:cs typeface="Times New Roman" panose="02020603050405020304" pitchFamily="18" charset="0"/>
              </a:rPr>
              <a:t>using the demographic variables and create relevant pivot views/charts with insights on rating scores </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3DC2DEF-D2FE-4B45-ABA4-9F153FD1C98A}" type="slidenum">
              <a:rPr lang="en-US" smtClean="0"/>
              <a:t>4</a:t>
            </a:fld>
            <a:endParaRPr lang="en-US" dirty="0"/>
          </a:p>
        </p:txBody>
      </p:sp>
    </p:spTree>
    <p:extLst>
      <p:ext uri="{BB962C8B-B14F-4D97-AF65-F5344CB8AC3E}">
        <p14:creationId xmlns:p14="http://schemas.microsoft.com/office/powerpoint/2010/main" val="37189303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Exploratory Data Analysis – </a:t>
            </a:r>
            <a:r>
              <a:rPr lang="en-US" dirty="0" smtClean="0">
                <a:latin typeface="Times New Roman" panose="02020603050405020304" pitchFamily="18" charset="0"/>
                <a:cs typeface="Times New Roman" panose="02020603050405020304" pitchFamily="18" charset="0"/>
              </a:rPr>
              <a:t>Location vs Overall Rating</a:t>
            </a:r>
            <a:endParaRPr lang="en-IN" dirty="0"/>
          </a:p>
        </p:txBody>
      </p:sp>
      <p:sp>
        <p:nvSpPr>
          <p:cNvPr id="3" name="Content Placeholder 2"/>
          <p:cNvSpPr>
            <a:spLocks noGrp="1"/>
          </p:cNvSpPr>
          <p:nvPr>
            <p:ph idx="1"/>
          </p:nvPr>
        </p:nvSpPr>
        <p:spPr/>
        <p:txBody>
          <a:bodyPr>
            <a:normAutofit/>
          </a:bodyPr>
          <a:lstStyle/>
          <a:p>
            <a:r>
              <a:rPr lang="en-IN" sz="2000" dirty="0">
                <a:latin typeface="Times New Roman" panose="02020603050405020304" pitchFamily="18" charset="0"/>
                <a:cs typeface="Times New Roman" panose="02020603050405020304" pitchFamily="18" charset="0"/>
              </a:rPr>
              <a:t>To perform exploratory data analysis on location and get insights on its relationship with </a:t>
            </a:r>
            <a:r>
              <a:rPr lang="en-IN" sz="2000" dirty="0" smtClean="0">
                <a:latin typeface="Times New Roman" panose="02020603050405020304" pitchFamily="18" charset="0"/>
                <a:cs typeface="Times New Roman" panose="02020603050405020304" pitchFamily="18" charset="0"/>
              </a:rPr>
              <a:t>overall rating</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Approach used: </a:t>
            </a:r>
            <a:r>
              <a:rPr lang="en-IN" sz="2000" dirty="0" smtClean="0">
                <a:latin typeface="Times New Roman" panose="02020603050405020304" pitchFamily="18" charset="0"/>
                <a:cs typeface="Times New Roman" panose="02020603050405020304" pitchFamily="18" charset="0"/>
              </a:rPr>
              <a:t>Statistical </a:t>
            </a:r>
            <a:r>
              <a:rPr lang="en-IN" sz="2000" dirty="0">
                <a:latin typeface="Times New Roman" panose="02020603050405020304" pitchFamily="18" charset="0"/>
                <a:cs typeface="Times New Roman" panose="02020603050405020304" pitchFamily="18" charset="0"/>
              </a:rPr>
              <a:t>methods like Chi-Squared </a:t>
            </a:r>
            <a:r>
              <a:rPr lang="en-IN" sz="2000" dirty="0" smtClean="0">
                <a:latin typeface="Times New Roman" panose="02020603050405020304" pitchFamily="18" charset="0"/>
                <a:cs typeface="Times New Roman" panose="02020603050405020304" pitchFamily="18" charset="0"/>
              </a:rPr>
              <a:t>Test</a:t>
            </a:r>
          </a:p>
          <a:p>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highlight>
                  <a:srgbClr val="00FF00"/>
                </a:highlight>
                <a:latin typeface="Times New Roman" panose="02020603050405020304" pitchFamily="18" charset="0"/>
                <a:cs typeface="Times New Roman" panose="02020603050405020304" pitchFamily="18" charset="0"/>
              </a:rPr>
              <a:t>Findings</a:t>
            </a:r>
            <a:r>
              <a:rPr lang="en-IN" sz="2000" dirty="0">
                <a:highlight>
                  <a:srgbClr val="00FF00"/>
                </a:highlight>
                <a:latin typeface="Times New Roman" panose="02020603050405020304" pitchFamily="18" charset="0"/>
                <a:cs typeface="Times New Roman" panose="02020603050405020304" pitchFamily="18" charset="0"/>
              </a:rPr>
              <a:t>:</a:t>
            </a:r>
          </a:p>
          <a:p>
            <a:r>
              <a:rPr lang="en-US" sz="2000" dirty="0">
                <a:highlight>
                  <a:srgbClr val="00FF00"/>
                </a:highlight>
                <a:latin typeface="Times New Roman" panose="02020603050405020304" pitchFamily="18" charset="0"/>
                <a:cs typeface="Times New Roman" panose="02020603050405020304" pitchFamily="18" charset="0"/>
              </a:rPr>
              <a:t>There is a </a:t>
            </a:r>
            <a:r>
              <a:rPr lang="en-US" sz="2000" b="1" dirty="0">
                <a:highlight>
                  <a:srgbClr val="00FF00"/>
                </a:highlight>
                <a:latin typeface="Times New Roman" panose="02020603050405020304" pitchFamily="18" charset="0"/>
                <a:cs typeface="Times New Roman" panose="02020603050405020304" pitchFamily="18" charset="0"/>
              </a:rPr>
              <a:t>very strong relationship</a:t>
            </a:r>
            <a:r>
              <a:rPr lang="en-US" sz="2000" dirty="0">
                <a:highlight>
                  <a:srgbClr val="00FF00"/>
                </a:highlight>
                <a:latin typeface="Times New Roman" panose="02020603050405020304" pitchFamily="18" charset="0"/>
                <a:cs typeface="Times New Roman" panose="02020603050405020304" pitchFamily="18" charset="0"/>
              </a:rPr>
              <a:t> between </a:t>
            </a:r>
            <a:r>
              <a:rPr lang="en-US" sz="2000" b="1" dirty="0">
                <a:highlight>
                  <a:srgbClr val="00FF00"/>
                </a:highlight>
                <a:latin typeface="Times New Roman" panose="02020603050405020304" pitchFamily="18" charset="0"/>
                <a:cs typeface="Times New Roman" panose="02020603050405020304" pitchFamily="18" charset="0"/>
              </a:rPr>
              <a:t>location</a:t>
            </a:r>
            <a:r>
              <a:rPr lang="en-US" sz="2000" dirty="0">
                <a:highlight>
                  <a:srgbClr val="00FF00"/>
                </a:highlight>
                <a:latin typeface="Times New Roman" panose="02020603050405020304" pitchFamily="18" charset="0"/>
                <a:cs typeface="Times New Roman" panose="02020603050405020304" pitchFamily="18" charset="0"/>
              </a:rPr>
              <a:t> and </a:t>
            </a:r>
            <a:r>
              <a:rPr lang="en-US" sz="2000" b="1" dirty="0">
                <a:highlight>
                  <a:srgbClr val="00FF00"/>
                </a:highlight>
                <a:latin typeface="Times New Roman" panose="02020603050405020304" pitchFamily="18" charset="0"/>
                <a:cs typeface="Times New Roman" panose="02020603050405020304" pitchFamily="18" charset="0"/>
              </a:rPr>
              <a:t>overall </a:t>
            </a:r>
            <a:r>
              <a:rPr lang="en-US" sz="2000" b="1" dirty="0" smtClean="0">
                <a:highlight>
                  <a:srgbClr val="00FF00"/>
                </a:highlight>
                <a:latin typeface="Times New Roman" panose="02020603050405020304" pitchFamily="18" charset="0"/>
                <a:cs typeface="Times New Roman" panose="02020603050405020304" pitchFamily="18" charset="0"/>
              </a:rPr>
              <a:t>rating</a:t>
            </a:r>
          </a:p>
          <a:p>
            <a:r>
              <a:rPr lang="en-US" sz="2000" b="1" dirty="0" err="1" smtClean="0">
                <a:highlight>
                  <a:srgbClr val="00FF00"/>
                </a:highlight>
                <a:latin typeface="Times New Roman" panose="02020603050405020304" pitchFamily="18" charset="0"/>
                <a:cs typeface="Times New Roman" panose="02020603050405020304" pitchFamily="18" charset="0"/>
              </a:rPr>
              <a:t>LocA</a:t>
            </a:r>
            <a:r>
              <a:rPr lang="en-US" sz="2000" b="1" dirty="0" smtClean="0">
                <a:highlight>
                  <a:srgbClr val="00FF00"/>
                </a:highlight>
                <a:latin typeface="Times New Roman" panose="02020603050405020304" pitchFamily="18" charset="0"/>
                <a:cs typeface="Times New Roman" panose="02020603050405020304" pitchFamily="18" charset="0"/>
              </a:rPr>
              <a:t> </a:t>
            </a:r>
            <a:r>
              <a:rPr lang="en-US" sz="2000" dirty="0" smtClean="0">
                <a:highlight>
                  <a:srgbClr val="00FF00"/>
                </a:highlight>
                <a:latin typeface="Times New Roman" panose="02020603050405020304" pitchFamily="18" charset="0"/>
                <a:cs typeface="Times New Roman" panose="02020603050405020304" pitchFamily="18" charset="0"/>
              </a:rPr>
              <a:t>has highest “</a:t>
            </a:r>
            <a:r>
              <a:rPr lang="en-US" sz="2000" b="1" dirty="0" smtClean="0">
                <a:highlight>
                  <a:srgbClr val="00FF00"/>
                </a:highlight>
                <a:latin typeface="Times New Roman" panose="02020603050405020304" pitchFamily="18" charset="0"/>
                <a:cs typeface="Times New Roman" panose="02020603050405020304" pitchFamily="18" charset="0"/>
              </a:rPr>
              <a:t>very dissatisfied</a:t>
            </a:r>
            <a:r>
              <a:rPr lang="en-US" sz="2000" dirty="0" smtClean="0">
                <a:highlight>
                  <a:srgbClr val="00FF00"/>
                </a:highlight>
                <a:latin typeface="Times New Roman" panose="02020603050405020304" pitchFamily="18" charset="0"/>
                <a:cs typeface="Times New Roman" panose="02020603050405020304" pitchFamily="18" charset="0"/>
              </a:rPr>
              <a:t>” rate compared to other locations</a:t>
            </a:r>
          </a:p>
          <a:p>
            <a:r>
              <a:rPr lang="en-US" sz="2000" b="1" dirty="0" smtClean="0">
                <a:highlight>
                  <a:srgbClr val="00FF00"/>
                </a:highlight>
                <a:latin typeface="Times New Roman" panose="02020603050405020304" pitchFamily="18" charset="0"/>
                <a:cs typeface="Times New Roman" panose="02020603050405020304" pitchFamily="18" charset="0"/>
              </a:rPr>
              <a:t>Remote </a:t>
            </a:r>
            <a:r>
              <a:rPr lang="en-US" sz="2000" dirty="0" smtClean="0">
                <a:highlight>
                  <a:srgbClr val="00FF00"/>
                </a:highlight>
                <a:latin typeface="Times New Roman" panose="02020603050405020304" pitchFamily="18" charset="0"/>
                <a:cs typeface="Times New Roman" panose="02020603050405020304" pitchFamily="18" charset="0"/>
              </a:rPr>
              <a:t>has got highest “</a:t>
            </a:r>
            <a:r>
              <a:rPr lang="en-US" sz="2000" b="1" dirty="0" smtClean="0">
                <a:highlight>
                  <a:srgbClr val="00FF00"/>
                </a:highlight>
                <a:latin typeface="Times New Roman" panose="02020603050405020304" pitchFamily="18" charset="0"/>
                <a:cs typeface="Times New Roman" panose="02020603050405020304" pitchFamily="18" charset="0"/>
              </a:rPr>
              <a:t>very satisfied</a:t>
            </a:r>
            <a:r>
              <a:rPr lang="en-US" sz="2000" dirty="0" smtClean="0">
                <a:highlight>
                  <a:srgbClr val="00FF00"/>
                </a:highlight>
                <a:latin typeface="Times New Roman" panose="02020603050405020304" pitchFamily="18" charset="0"/>
                <a:cs typeface="Times New Roman" panose="02020603050405020304" pitchFamily="18" charset="0"/>
              </a:rPr>
              <a:t>” rate compared to other locations</a:t>
            </a:r>
            <a:endParaRPr lang="en-US" sz="2000" dirty="0">
              <a:highlight>
                <a:srgbClr val="00FF00"/>
              </a:highlight>
              <a:latin typeface="Times New Roman" panose="02020603050405020304" pitchFamily="18" charset="0"/>
              <a:cs typeface="Times New Roman" panose="02020603050405020304" pitchFamily="18" charset="0"/>
            </a:endParaRPr>
          </a:p>
          <a:p>
            <a:endParaRPr lang="en-IN" sz="2000" dirty="0">
              <a:highlight>
                <a:srgbClr val="00FF00"/>
              </a:highligh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3DC2DEF-D2FE-4B45-ABA4-9F153FD1C98A}" type="slidenum">
              <a:rPr lang="en-US" smtClean="0"/>
              <a:t>5</a:t>
            </a:fld>
            <a:endParaRPr lang="en-US" dirty="0"/>
          </a:p>
        </p:txBody>
      </p:sp>
    </p:spTree>
    <p:extLst>
      <p:ext uri="{BB962C8B-B14F-4D97-AF65-F5344CB8AC3E}">
        <p14:creationId xmlns:p14="http://schemas.microsoft.com/office/powerpoint/2010/main" val="24851515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Location VS Overall Rating</a:t>
            </a:r>
            <a:endParaRPr lang="en-IN" dirty="0"/>
          </a:p>
        </p:txBody>
      </p:sp>
      <p:sp>
        <p:nvSpPr>
          <p:cNvPr id="4" name="Slide Number Placeholder 3"/>
          <p:cNvSpPr>
            <a:spLocks noGrp="1"/>
          </p:cNvSpPr>
          <p:nvPr>
            <p:ph type="sldNum" sz="quarter" idx="12"/>
          </p:nvPr>
        </p:nvSpPr>
        <p:spPr/>
        <p:txBody>
          <a:bodyPr/>
          <a:lstStyle/>
          <a:p>
            <a:fld id="{03DC2DEF-D2FE-4B45-ABA4-9F153FD1C98A}" type="slidenum">
              <a:rPr lang="en-US" smtClean="0"/>
              <a:t>6</a:t>
            </a:fld>
            <a:endParaRPr lang="en-US" dirty="0"/>
          </a:p>
        </p:txBody>
      </p:sp>
      <p:pic>
        <p:nvPicPr>
          <p:cNvPr id="5" name="Content Placeholder 4"/>
          <p:cNvPicPr>
            <a:picLocks noGrp="1" noChangeAspect="1"/>
          </p:cNvPicPr>
          <p:nvPr>
            <p:ph idx="1"/>
          </p:nvPr>
        </p:nvPicPr>
        <p:blipFill>
          <a:blip r:embed="rId2"/>
          <a:stretch>
            <a:fillRect/>
          </a:stretch>
        </p:blipFill>
        <p:spPr>
          <a:xfrm>
            <a:off x="1332225" y="1220236"/>
            <a:ext cx="9547810" cy="4943475"/>
          </a:xfrm>
          <a:prstGeom prst="rect">
            <a:avLst/>
          </a:prstGeom>
        </p:spPr>
      </p:pic>
    </p:spTree>
    <p:extLst>
      <p:ext uri="{BB962C8B-B14F-4D97-AF65-F5344CB8AC3E}">
        <p14:creationId xmlns:p14="http://schemas.microsoft.com/office/powerpoint/2010/main" val="27817008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3DC2DEF-D2FE-4B45-ABA4-9F153FD1C98A}" type="slidenum">
              <a:rPr lang="en-US" smtClean="0"/>
              <a:t>7</a:t>
            </a:fld>
            <a:endParaRPr lang="en-US" dirty="0"/>
          </a:p>
        </p:txBody>
      </p:sp>
      <p:cxnSp>
        <p:nvCxnSpPr>
          <p:cNvPr id="8" name="Straight Arrow Connector 7"/>
          <p:cNvCxnSpPr/>
          <p:nvPr/>
        </p:nvCxnSpPr>
        <p:spPr>
          <a:xfrm flipV="1">
            <a:off x="2743200" y="6125473"/>
            <a:ext cx="0" cy="6626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7248940" y="185529"/>
            <a:ext cx="13252" cy="8481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 name="Content Placeholder 2"/>
          <p:cNvPicPr>
            <a:picLocks noGrp="1" noChangeAspect="1"/>
          </p:cNvPicPr>
          <p:nvPr>
            <p:ph idx="1"/>
          </p:nvPr>
        </p:nvPicPr>
        <p:blipFill>
          <a:blip r:embed="rId2"/>
          <a:stretch>
            <a:fillRect/>
          </a:stretch>
        </p:blipFill>
        <p:spPr>
          <a:xfrm>
            <a:off x="159321" y="1033668"/>
            <a:ext cx="5525862" cy="4943475"/>
          </a:xfrm>
          <a:prstGeom prst="rect">
            <a:avLst/>
          </a:prstGeom>
        </p:spPr>
      </p:pic>
      <p:pic>
        <p:nvPicPr>
          <p:cNvPr id="7" name="Picture 6"/>
          <p:cNvPicPr>
            <a:picLocks noChangeAspect="1"/>
          </p:cNvPicPr>
          <p:nvPr/>
        </p:nvPicPr>
        <p:blipFill>
          <a:blip r:embed="rId3"/>
          <a:stretch>
            <a:fillRect/>
          </a:stretch>
        </p:blipFill>
        <p:spPr>
          <a:xfrm>
            <a:off x="5685183" y="1033668"/>
            <a:ext cx="6337306" cy="4770783"/>
          </a:xfrm>
          <a:prstGeom prst="rect">
            <a:avLst/>
          </a:prstGeom>
        </p:spPr>
      </p:pic>
    </p:spTree>
    <p:extLst>
      <p:ext uri="{BB962C8B-B14F-4D97-AF65-F5344CB8AC3E}">
        <p14:creationId xmlns:p14="http://schemas.microsoft.com/office/powerpoint/2010/main" val="9827761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Exploratory Data Analysis – </a:t>
            </a:r>
            <a:r>
              <a:rPr lang="en-US" dirty="0" smtClean="0"/>
              <a:t>Gender Vs Overall Rating</a:t>
            </a:r>
            <a:endParaRPr lang="en-IN" dirty="0"/>
          </a:p>
        </p:txBody>
      </p:sp>
      <p:sp>
        <p:nvSpPr>
          <p:cNvPr id="3" name="Content Placeholder 2"/>
          <p:cNvSpPr>
            <a:spLocks noGrp="1"/>
          </p:cNvSpPr>
          <p:nvPr>
            <p:ph idx="1"/>
          </p:nvPr>
        </p:nvSpPr>
        <p:spPr/>
        <p:txBody>
          <a:bodyPr/>
          <a:lstStyle/>
          <a:p>
            <a:r>
              <a:rPr lang="en-IN" sz="2000" dirty="0">
                <a:latin typeface="Times New Roman" panose="02020603050405020304" pitchFamily="18" charset="0"/>
                <a:cs typeface="Times New Roman" panose="02020603050405020304" pitchFamily="18" charset="0"/>
              </a:rPr>
              <a:t>To perform exploratory data analysis on </a:t>
            </a:r>
            <a:r>
              <a:rPr lang="en-IN" sz="2000" dirty="0" smtClean="0">
                <a:latin typeface="Times New Roman" panose="02020603050405020304" pitchFamily="18" charset="0"/>
                <a:cs typeface="Times New Roman" panose="02020603050405020304" pitchFamily="18" charset="0"/>
              </a:rPr>
              <a:t>gender </a:t>
            </a:r>
            <a:r>
              <a:rPr lang="en-IN" sz="2000" dirty="0">
                <a:latin typeface="Times New Roman" panose="02020603050405020304" pitchFamily="18" charset="0"/>
                <a:cs typeface="Times New Roman" panose="02020603050405020304" pitchFamily="18" charset="0"/>
              </a:rPr>
              <a:t>and get insights on its relationship with overall rating</a:t>
            </a:r>
          </a:p>
          <a:p>
            <a:r>
              <a:rPr lang="en-IN" sz="2000" dirty="0">
                <a:latin typeface="Times New Roman" panose="02020603050405020304" pitchFamily="18" charset="0"/>
                <a:cs typeface="Times New Roman" panose="02020603050405020304" pitchFamily="18" charset="0"/>
              </a:rPr>
              <a:t>Approach used: Statistical </a:t>
            </a:r>
            <a:r>
              <a:rPr lang="en-IN" sz="2000" dirty="0" smtClean="0">
                <a:latin typeface="Times New Roman" panose="02020603050405020304" pitchFamily="18" charset="0"/>
                <a:cs typeface="Times New Roman" panose="02020603050405020304" pitchFamily="18" charset="0"/>
              </a:rPr>
              <a:t>method </a:t>
            </a:r>
            <a:r>
              <a:rPr lang="en-IN" sz="2000" dirty="0" smtClean="0">
                <a:latin typeface="Times New Roman" panose="02020603050405020304" pitchFamily="18" charset="0"/>
                <a:cs typeface="Times New Roman" panose="02020603050405020304" pitchFamily="18" charset="0"/>
              </a:rPr>
              <a:t>Chi-Squared Test</a:t>
            </a:r>
          </a:p>
          <a:p>
            <a:pPr marL="0" indent="0">
              <a:buNone/>
            </a:pPr>
            <a:r>
              <a:rPr lang="en-IN" sz="2000" b="1" dirty="0" smtClean="0">
                <a:highlight>
                  <a:srgbClr val="00FF00"/>
                </a:highlight>
                <a:latin typeface="Times New Roman" panose="02020603050405020304" pitchFamily="18" charset="0"/>
                <a:cs typeface="Times New Roman" panose="02020603050405020304" pitchFamily="18" charset="0"/>
              </a:rPr>
              <a:t>Findings</a:t>
            </a:r>
            <a:r>
              <a:rPr lang="en-IN" sz="2000" dirty="0">
                <a:highlight>
                  <a:srgbClr val="00FF00"/>
                </a:highlight>
                <a:latin typeface="Times New Roman" panose="02020603050405020304" pitchFamily="18" charset="0"/>
                <a:cs typeface="Times New Roman" panose="02020603050405020304" pitchFamily="18" charset="0"/>
              </a:rPr>
              <a:t>:</a:t>
            </a:r>
          </a:p>
          <a:p>
            <a:r>
              <a:rPr lang="en-US" sz="2000" dirty="0">
                <a:highlight>
                  <a:srgbClr val="00FF00"/>
                </a:highlight>
                <a:latin typeface="Times New Roman" panose="02020603050405020304" pitchFamily="18" charset="0"/>
                <a:cs typeface="Times New Roman" panose="02020603050405020304" pitchFamily="18" charset="0"/>
              </a:rPr>
              <a:t>There is a </a:t>
            </a:r>
            <a:r>
              <a:rPr lang="en-US" sz="2000" b="1" dirty="0">
                <a:highlight>
                  <a:srgbClr val="00FF00"/>
                </a:highlight>
                <a:latin typeface="Times New Roman" panose="02020603050405020304" pitchFamily="18" charset="0"/>
                <a:cs typeface="Times New Roman" panose="02020603050405020304" pitchFamily="18" charset="0"/>
              </a:rPr>
              <a:t>very strong relationship</a:t>
            </a:r>
            <a:r>
              <a:rPr lang="en-US" sz="2000" dirty="0">
                <a:highlight>
                  <a:srgbClr val="00FF00"/>
                </a:highlight>
                <a:latin typeface="Times New Roman" panose="02020603050405020304" pitchFamily="18" charset="0"/>
                <a:cs typeface="Times New Roman" panose="02020603050405020304" pitchFamily="18" charset="0"/>
              </a:rPr>
              <a:t> between </a:t>
            </a:r>
            <a:r>
              <a:rPr lang="en-US" sz="2000" b="1" dirty="0" smtClean="0">
                <a:highlight>
                  <a:srgbClr val="00FF00"/>
                </a:highlight>
                <a:latin typeface="Times New Roman" panose="02020603050405020304" pitchFamily="18" charset="0"/>
                <a:cs typeface="Times New Roman" panose="02020603050405020304" pitchFamily="18" charset="0"/>
              </a:rPr>
              <a:t>Gender</a:t>
            </a:r>
            <a:r>
              <a:rPr lang="en-US" sz="2000" dirty="0" smtClean="0">
                <a:highlight>
                  <a:srgbClr val="00FF00"/>
                </a:highlight>
                <a:latin typeface="Times New Roman" panose="02020603050405020304" pitchFamily="18" charset="0"/>
                <a:cs typeface="Times New Roman" panose="02020603050405020304" pitchFamily="18" charset="0"/>
              </a:rPr>
              <a:t> </a:t>
            </a:r>
            <a:r>
              <a:rPr lang="en-US" sz="2000" dirty="0">
                <a:highlight>
                  <a:srgbClr val="00FF00"/>
                </a:highlight>
                <a:latin typeface="Times New Roman" panose="02020603050405020304" pitchFamily="18" charset="0"/>
                <a:cs typeface="Times New Roman" panose="02020603050405020304" pitchFamily="18" charset="0"/>
              </a:rPr>
              <a:t>and </a:t>
            </a:r>
            <a:r>
              <a:rPr lang="en-US" sz="2000" b="1" dirty="0">
                <a:highlight>
                  <a:srgbClr val="00FF00"/>
                </a:highlight>
                <a:latin typeface="Times New Roman" panose="02020603050405020304" pitchFamily="18" charset="0"/>
                <a:cs typeface="Times New Roman" panose="02020603050405020304" pitchFamily="18" charset="0"/>
              </a:rPr>
              <a:t>overall </a:t>
            </a:r>
            <a:r>
              <a:rPr lang="en-US" sz="2000" b="1" dirty="0" smtClean="0">
                <a:highlight>
                  <a:srgbClr val="00FF00"/>
                </a:highlight>
                <a:latin typeface="Times New Roman" panose="02020603050405020304" pitchFamily="18" charset="0"/>
                <a:cs typeface="Times New Roman" panose="02020603050405020304" pitchFamily="18" charset="0"/>
              </a:rPr>
              <a:t>rating</a:t>
            </a:r>
          </a:p>
          <a:p>
            <a:r>
              <a:rPr lang="en-US" sz="2000" dirty="0" smtClean="0">
                <a:highlight>
                  <a:srgbClr val="00FF00"/>
                </a:highlight>
                <a:latin typeface="Times New Roman" panose="02020603050405020304" pitchFamily="18" charset="0"/>
                <a:cs typeface="Times New Roman" panose="02020603050405020304" pitchFamily="18" charset="0"/>
              </a:rPr>
              <a:t>For all the categories in </a:t>
            </a:r>
            <a:r>
              <a:rPr lang="en-US" sz="2000" b="1" dirty="0" smtClean="0">
                <a:highlight>
                  <a:srgbClr val="00FF00"/>
                </a:highlight>
                <a:latin typeface="Times New Roman" panose="02020603050405020304" pitchFamily="18" charset="0"/>
                <a:cs typeface="Times New Roman" panose="02020603050405020304" pitchFamily="18" charset="0"/>
              </a:rPr>
              <a:t>Overall Rating, maximum </a:t>
            </a:r>
            <a:r>
              <a:rPr lang="en-US" sz="2000" dirty="0" smtClean="0">
                <a:highlight>
                  <a:srgbClr val="00FF00"/>
                </a:highlight>
                <a:latin typeface="Times New Roman" panose="02020603050405020304" pitchFamily="18" charset="0"/>
                <a:cs typeface="Times New Roman" panose="02020603050405020304" pitchFamily="18" charset="0"/>
              </a:rPr>
              <a:t>values are provided by </a:t>
            </a:r>
            <a:r>
              <a:rPr lang="en-US" sz="2000" b="1" dirty="0" smtClean="0">
                <a:highlight>
                  <a:srgbClr val="00FF00"/>
                </a:highlight>
                <a:latin typeface="Times New Roman" panose="02020603050405020304" pitchFamily="18" charset="0"/>
                <a:cs typeface="Times New Roman" panose="02020603050405020304" pitchFamily="18" charset="0"/>
              </a:rPr>
              <a:t>Men</a:t>
            </a:r>
            <a:endParaRPr lang="en-US" sz="2000" b="1" dirty="0">
              <a:highlight>
                <a:srgbClr val="00FF00"/>
              </a:highlight>
              <a:latin typeface="Times New Roman" panose="02020603050405020304" pitchFamily="18" charset="0"/>
              <a:cs typeface="Times New Roman" panose="02020603050405020304" pitchFamily="18" charset="0"/>
            </a:endParaRPr>
          </a:p>
          <a:p>
            <a:endParaRPr lang="en-US" sz="2400" dirty="0" smtClean="0"/>
          </a:p>
          <a:p>
            <a:endParaRPr lang="en-IN" dirty="0"/>
          </a:p>
        </p:txBody>
      </p:sp>
      <p:sp>
        <p:nvSpPr>
          <p:cNvPr id="4" name="Slide Number Placeholder 3"/>
          <p:cNvSpPr>
            <a:spLocks noGrp="1"/>
          </p:cNvSpPr>
          <p:nvPr>
            <p:ph type="sldNum" sz="quarter" idx="12"/>
          </p:nvPr>
        </p:nvSpPr>
        <p:spPr/>
        <p:txBody>
          <a:bodyPr/>
          <a:lstStyle/>
          <a:p>
            <a:fld id="{03DC2DEF-D2FE-4B45-ABA4-9F153FD1C98A}" type="slidenum">
              <a:rPr lang="en-US" smtClean="0"/>
              <a:t>8</a:t>
            </a:fld>
            <a:endParaRPr lang="en-US" dirty="0"/>
          </a:p>
        </p:txBody>
      </p:sp>
      <p:pic>
        <p:nvPicPr>
          <p:cNvPr id="6" name="Picture 5"/>
          <p:cNvPicPr>
            <a:picLocks noChangeAspect="1"/>
          </p:cNvPicPr>
          <p:nvPr/>
        </p:nvPicPr>
        <p:blipFill>
          <a:blip r:embed="rId2"/>
          <a:stretch>
            <a:fillRect/>
          </a:stretch>
        </p:blipFill>
        <p:spPr>
          <a:xfrm>
            <a:off x="2690192" y="3776870"/>
            <a:ext cx="6506818" cy="3011211"/>
          </a:xfrm>
          <a:prstGeom prst="rect">
            <a:avLst/>
          </a:prstGeom>
        </p:spPr>
      </p:pic>
    </p:spTree>
    <p:extLst>
      <p:ext uri="{BB962C8B-B14F-4D97-AF65-F5344CB8AC3E}">
        <p14:creationId xmlns:p14="http://schemas.microsoft.com/office/powerpoint/2010/main" val="1820607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3DC2DEF-D2FE-4B45-ABA4-9F153FD1C98A}" type="slidenum">
              <a:rPr lang="en-US" smtClean="0"/>
              <a:t>9</a:t>
            </a:fld>
            <a:endParaRPr lang="en-US" dirty="0"/>
          </a:p>
        </p:txBody>
      </p:sp>
      <p:cxnSp>
        <p:nvCxnSpPr>
          <p:cNvPr id="8" name="Straight Arrow Connector 7"/>
          <p:cNvCxnSpPr/>
          <p:nvPr/>
        </p:nvCxnSpPr>
        <p:spPr>
          <a:xfrm flipV="1">
            <a:off x="2565952" y="5977142"/>
            <a:ext cx="0" cy="6626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7495209" y="71228"/>
            <a:ext cx="13252" cy="8481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Content Placeholder 4"/>
          <p:cNvPicPr>
            <a:picLocks noGrp="1" noChangeAspect="1"/>
          </p:cNvPicPr>
          <p:nvPr>
            <p:ph idx="1"/>
          </p:nvPr>
        </p:nvPicPr>
        <p:blipFill>
          <a:blip r:embed="rId2"/>
          <a:stretch>
            <a:fillRect/>
          </a:stretch>
        </p:blipFill>
        <p:spPr>
          <a:xfrm>
            <a:off x="229486" y="919366"/>
            <a:ext cx="5442444" cy="4943475"/>
          </a:xfrm>
          <a:prstGeom prst="rect">
            <a:avLst/>
          </a:prstGeom>
        </p:spPr>
      </p:pic>
      <p:pic>
        <p:nvPicPr>
          <p:cNvPr id="6" name="Picture 5"/>
          <p:cNvPicPr>
            <a:picLocks noChangeAspect="1"/>
          </p:cNvPicPr>
          <p:nvPr/>
        </p:nvPicPr>
        <p:blipFill>
          <a:blip r:embed="rId3"/>
          <a:stretch>
            <a:fillRect/>
          </a:stretch>
        </p:blipFill>
        <p:spPr>
          <a:xfrm>
            <a:off x="6215268" y="919366"/>
            <a:ext cx="5791201" cy="4774510"/>
          </a:xfrm>
          <a:prstGeom prst="rect">
            <a:avLst/>
          </a:prstGeom>
        </p:spPr>
      </p:pic>
    </p:spTree>
    <p:extLst>
      <p:ext uri="{BB962C8B-B14F-4D97-AF65-F5344CB8AC3E}">
        <p14:creationId xmlns:p14="http://schemas.microsoft.com/office/powerpoint/2010/main" val="30847685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9683" y="682811"/>
            <a:ext cx="9753600" cy="1938992"/>
          </a:xfrm>
          <a:prstGeom prst="rect">
            <a:avLst/>
          </a:prstGeom>
          <a:noFill/>
        </p:spPr>
        <p:txBody>
          <a:bodyPr wrap="square" rtlCol="0">
            <a:spAutoFit/>
          </a:bodyPr>
          <a:lstStyle/>
          <a:p>
            <a:pPr marL="342900" indent="-342900">
              <a:buFont typeface="Wingdings" panose="05000000000000000000" pitchFamily="2" charset="2"/>
              <a:buChar char="q"/>
            </a:pPr>
            <a:r>
              <a:rPr lang="en-US" sz="2000" b="1" dirty="0" smtClean="0">
                <a:latin typeface="Times New Roman" panose="02020603050405020304" pitchFamily="18" charset="0"/>
                <a:cs typeface="Times New Roman" panose="02020603050405020304" pitchFamily="18" charset="0"/>
              </a:rPr>
              <a:t>Women</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generally give slightly </a:t>
            </a:r>
            <a:r>
              <a:rPr lang="en-US" sz="2000" b="1" dirty="0">
                <a:latin typeface="Times New Roman" panose="02020603050405020304" pitchFamily="18" charset="0"/>
                <a:cs typeface="Times New Roman" panose="02020603050405020304" pitchFamily="18" charset="0"/>
              </a:rPr>
              <a:t>higher</a:t>
            </a:r>
            <a:r>
              <a:rPr lang="en-US" sz="2000" dirty="0">
                <a:latin typeface="Times New Roman" panose="02020603050405020304" pitchFamily="18" charset="0"/>
                <a:cs typeface="Times New Roman" panose="02020603050405020304" pitchFamily="18" charset="0"/>
              </a:rPr>
              <a:t> ratings than </a:t>
            </a:r>
            <a:r>
              <a:rPr lang="en-US" sz="2000" b="1" dirty="0">
                <a:latin typeface="Times New Roman" panose="02020603050405020304" pitchFamily="18" charset="0"/>
                <a:cs typeface="Times New Roman" panose="02020603050405020304" pitchFamily="18" charset="0"/>
              </a:rPr>
              <a:t>men</a:t>
            </a:r>
            <a:r>
              <a:rPr lang="en-US" sz="2000" dirty="0">
                <a:latin typeface="Times New Roman" panose="02020603050405020304" pitchFamily="18" charset="0"/>
                <a:cs typeface="Times New Roman" panose="02020603050405020304" pitchFamily="18" charset="0"/>
              </a:rPr>
              <a:t> at most locations</a:t>
            </a: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Remote</a:t>
            </a:r>
            <a:r>
              <a:rPr lang="en-US" sz="2000" dirty="0">
                <a:latin typeface="Times New Roman" panose="02020603050405020304" pitchFamily="18" charset="0"/>
                <a:cs typeface="Times New Roman" panose="02020603050405020304" pitchFamily="18" charset="0"/>
              </a:rPr>
              <a:t> has a consistently high rating (around </a:t>
            </a:r>
            <a:r>
              <a:rPr lang="en-US" sz="2000" b="1" dirty="0">
                <a:latin typeface="Times New Roman" panose="02020603050405020304" pitchFamily="18" charset="0"/>
                <a:cs typeface="Times New Roman" panose="02020603050405020304" pitchFamily="18" charset="0"/>
              </a:rPr>
              <a:t>3.69</a:t>
            </a:r>
            <a:r>
              <a:rPr lang="en-US" sz="2000" dirty="0">
                <a:latin typeface="Times New Roman" panose="02020603050405020304" pitchFamily="18" charset="0"/>
                <a:cs typeface="Times New Roman" panose="02020603050405020304" pitchFamily="18" charset="0"/>
              </a:rPr>
              <a:t>) across genders, potentially suggesting a positive perception of remote work.</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952357194"/>
              </p:ext>
            </p:extLst>
          </p:nvPr>
        </p:nvGraphicFramePr>
        <p:xfrm>
          <a:off x="1384300" y="2281880"/>
          <a:ext cx="8128000" cy="3722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604945236"/>
                    </a:ext>
                  </a:extLst>
                </a:gridCol>
                <a:gridCol w="1625600">
                  <a:extLst>
                    <a:ext uri="{9D8B030D-6E8A-4147-A177-3AD203B41FA5}">
                      <a16:colId xmlns:a16="http://schemas.microsoft.com/office/drawing/2014/main" val="3336225650"/>
                    </a:ext>
                  </a:extLst>
                </a:gridCol>
                <a:gridCol w="1625600">
                  <a:extLst>
                    <a:ext uri="{9D8B030D-6E8A-4147-A177-3AD203B41FA5}">
                      <a16:colId xmlns:a16="http://schemas.microsoft.com/office/drawing/2014/main" val="2827605917"/>
                    </a:ext>
                  </a:extLst>
                </a:gridCol>
                <a:gridCol w="1625600">
                  <a:extLst>
                    <a:ext uri="{9D8B030D-6E8A-4147-A177-3AD203B41FA5}">
                      <a16:colId xmlns:a16="http://schemas.microsoft.com/office/drawing/2014/main" val="1422657527"/>
                    </a:ext>
                  </a:extLst>
                </a:gridCol>
                <a:gridCol w="1625600">
                  <a:extLst>
                    <a:ext uri="{9D8B030D-6E8A-4147-A177-3AD203B41FA5}">
                      <a16:colId xmlns:a16="http://schemas.microsoft.com/office/drawing/2014/main" val="2836982139"/>
                    </a:ext>
                  </a:extLst>
                </a:gridCol>
              </a:tblGrid>
              <a:tr h="370840">
                <a:tc>
                  <a:txBody>
                    <a:bodyPr/>
                    <a:lstStyle/>
                    <a:p>
                      <a:r>
                        <a:rPr lang="en-US" dirty="0" smtClean="0"/>
                        <a:t>Gender</a:t>
                      </a:r>
                      <a:endParaRPr lang="en-IN" dirty="0"/>
                    </a:p>
                  </a:txBody>
                  <a:tcPr/>
                </a:tc>
                <a:tc>
                  <a:txBody>
                    <a:bodyPr/>
                    <a:lstStyle/>
                    <a:p>
                      <a:r>
                        <a:rPr lang="en-US" dirty="0" smtClean="0"/>
                        <a:t>Men</a:t>
                      </a:r>
                      <a:endParaRPr lang="en-IN" dirty="0"/>
                    </a:p>
                  </a:txBody>
                  <a:tcPr/>
                </a:tc>
                <a:tc>
                  <a:txBody>
                    <a:bodyPr/>
                    <a:lstStyle/>
                    <a:p>
                      <a:r>
                        <a:rPr lang="en-US" dirty="0" smtClean="0"/>
                        <a:t>N.D.</a:t>
                      </a:r>
                      <a:endParaRPr lang="en-IN" dirty="0"/>
                    </a:p>
                  </a:txBody>
                  <a:tcPr/>
                </a:tc>
                <a:tc>
                  <a:txBody>
                    <a:bodyPr/>
                    <a:lstStyle/>
                    <a:p>
                      <a:r>
                        <a:rPr lang="en-US" dirty="0" smtClean="0"/>
                        <a:t>UD</a:t>
                      </a:r>
                      <a:endParaRPr lang="en-IN" dirty="0"/>
                    </a:p>
                  </a:txBody>
                  <a:tcPr/>
                </a:tc>
                <a:tc>
                  <a:txBody>
                    <a:bodyPr/>
                    <a:lstStyle/>
                    <a:p>
                      <a:r>
                        <a:rPr lang="en-US" dirty="0" smtClean="0"/>
                        <a:t>Women</a:t>
                      </a:r>
                      <a:endParaRPr lang="en-IN" dirty="0"/>
                    </a:p>
                  </a:txBody>
                  <a:tcPr/>
                </a:tc>
                <a:extLst>
                  <a:ext uri="{0D108BD9-81ED-4DB2-BD59-A6C34878D82A}">
                    <a16:rowId xmlns:a16="http://schemas.microsoft.com/office/drawing/2014/main" val="400111004"/>
                  </a:ext>
                </a:extLst>
              </a:tr>
              <a:tr h="370840">
                <a:tc>
                  <a:txBody>
                    <a:bodyPr/>
                    <a:lstStyle/>
                    <a:p>
                      <a:r>
                        <a:rPr lang="en-US" b="1" dirty="0" smtClean="0">
                          <a:solidFill>
                            <a:srgbClr val="002060"/>
                          </a:solidFill>
                        </a:rPr>
                        <a:t>Location</a:t>
                      </a:r>
                      <a:endParaRPr lang="en-IN" b="1" dirty="0">
                        <a:solidFill>
                          <a:srgbClr val="002060"/>
                        </a:solidFill>
                      </a:endParaRPr>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503678060"/>
                  </a:ext>
                </a:extLst>
              </a:tr>
              <a:tr h="370840">
                <a:tc>
                  <a:txBody>
                    <a:bodyPr/>
                    <a:lstStyle/>
                    <a:p>
                      <a:r>
                        <a:rPr lang="en-US" dirty="0" err="1" smtClean="0"/>
                        <a:t>LocA</a:t>
                      </a:r>
                      <a:endParaRPr lang="en-IN" dirty="0"/>
                    </a:p>
                  </a:txBody>
                  <a:tcPr/>
                </a:tc>
                <a:tc>
                  <a:txBody>
                    <a:bodyPr/>
                    <a:lstStyle/>
                    <a:p>
                      <a:r>
                        <a:rPr lang="en-US" dirty="0" smtClean="0"/>
                        <a:t>3.542</a:t>
                      </a:r>
                      <a:endParaRPr lang="en-IN" dirty="0"/>
                    </a:p>
                  </a:txBody>
                  <a:tcPr/>
                </a:tc>
                <a:tc>
                  <a:txBody>
                    <a:bodyPr/>
                    <a:lstStyle/>
                    <a:p>
                      <a:r>
                        <a:rPr lang="en-US" dirty="0" smtClean="0"/>
                        <a:t>5.000</a:t>
                      </a:r>
                      <a:endParaRPr lang="en-IN" dirty="0"/>
                    </a:p>
                  </a:txBody>
                  <a:tcPr/>
                </a:tc>
                <a:tc>
                  <a:txBody>
                    <a:bodyPr/>
                    <a:lstStyle/>
                    <a:p>
                      <a:r>
                        <a:rPr lang="en-US" dirty="0" smtClean="0"/>
                        <a:t>3.484</a:t>
                      </a:r>
                      <a:endParaRPr lang="en-IN" dirty="0"/>
                    </a:p>
                  </a:txBody>
                  <a:tcPr/>
                </a:tc>
                <a:tc>
                  <a:txBody>
                    <a:bodyPr/>
                    <a:lstStyle/>
                    <a:p>
                      <a:r>
                        <a:rPr lang="en-US" dirty="0" smtClean="0"/>
                        <a:t>3.800</a:t>
                      </a:r>
                      <a:endParaRPr lang="en-IN" dirty="0"/>
                    </a:p>
                  </a:txBody>
                  <a:tcPr/>
                </a:tc>
                <a:extLst>
                  <a:ext uri="{0D108BD9-81ED-4DB2-BD59-A6C34878D82A}">
                    <a16:rowId xmlns:a16="http://schemas.microsoft.com/office/drawing/2014/main" val="3465433685"/>
                  </a:ext>
                </a:extLst>
              </a:tr>
              <a:tr h="370840">
                <a:tc>
                  <a:txBody>
                    <a:bodyPr/>
                    <a:lstStyle/>
                    <a:p>
                      <a:r>
                        <a:rPr lang="en-US" dirty="0" err="1" smtClean="0"/>
                        <a:t>LocB</a:t>
                      </a:r>
                      <a:endParaRPr lang="en-IN" dirty="0"/>
                    </a:p>
                  </a:txBody>
                  <a:tcPr/>
                </a:tc>
                <a:tc>
                  <a:txBody>
                    <a:bodyPr/>
                    <a:lstStyle/>
                    <a:p>
                      <a:r>
                        <a:rPr lang="en-US" dirty="0" smtClean="0"/>
                        <a:t>3.653</a:t>
                      </a:r>
                      <a:endParaRPr lang="en-IN" dirty="0"/>
                    </a:p>
                  </a:txBody>
                  <a:tcPr/>
                </a:tc>
                <a:tc>
                  <a:txBody>
                    <a:bodyPr/>
                    <a:lstStyle/>
                    <a:p>
                      <a:r>
                        <a:rPr lang="en-US" dirty="0" smtClean="0"/>
                        <a:t>3.333</a:t>
                      </a:r>
                      <a:endParaRPr lang="en-IN" dirty="0"/>
                    </a:p>
                  </a:txBody>
                  <a:tcPr/>
                </a:tc>
                <a:tc>
                  <a:txBody>
                    <a:bodyPr/>
                    <a:lstStyle/>
                    <a:p>
                      <a:r>
                        <a:rPr lang="en-US" dirty="0" smtClean="0"/>
                        <a:t>3.593</a:t>
                      </a:r>
                      <a:endParaRPr lang="en-IN" dirty="0"/>
                    </a:p>
                  </a:txBody>
                  <a:tcPr/>
                </a:tc>
                <a:tc>
                  <a:txBody>
                    <a:bodyPr/>
                    <a:lstStyle/>
                    <a:p>
                      <a:r>
                        <a:rPr lang="en-US" dirty="0" smtClean="0"/>
                        <a:t>3.778</a:t>
                      </a:r>
                      <a:endParaRPr lang="en-IN" dirty="0"/>
                    </a:p>
                  </a:txBody>
                  <a:tcPr/>
                </a:tc>
                <a:extLst>
                  <a:ext uri="{0D108BD9-81ED-4DB2-BD59-A6C34878D82A}">
                    <a16:rowId xmlns:a16="http://schemas.microsoft.com/office/drawing/2014/main" val="2913187412"/>
                  </a:ext>
                </a:extLst>
              </a:tr>
              <a:tr h="370840">
                <a:tc>
                  <a:txBody>
                    <a:bodyPr/>
                    <a:lstStyle/>
                    <a:p>
                      <a:r>
                        <a:rPr lang="en-US" dirty="0" err="1" smtClean="0"/>
                        <a:t>LocC</a:t>
                      </a:r>
                      <a:endParaRPr lang="en-IN" dirty="0"/>
                    </a:p>
                  </a:txBody>
                  <a:tcPr/>
                </a:tc>
                <a:tc>
                  <a:txBody>
                    <a:bodyPr/>
                    <a:lstStyle/>
                    <a:p>
                      <a:r>
                        <a:rPr lang="en-US" dirty="0" smtClean="0"/>
                        <a:t>3.638</a:t>
                      </a:r>
                      <a:endParaRPr lang="en-IN" dirty="0"/>
                    </a:p>
                  </a:txBody>
                  <a:tcPr/>
                </a:tc>
                <a:tc>
                  <a:txBody>
                    <a:bodyPr/>
                    <a:lstStyle/>
                    <a:p>
                      <a:r>
                        <a:rPr lang="en-US" dirty="0" err="1" smtClean="0"/>
                        <a:t>NaN</a:t>
                      </a:r>
                      <a:endParaRPr lang="en-IN" dirty="0"/>
                    </a:p>
                  </a:txBody>
                  <a:tcPr/>
                </a:tc>
                <a:tc>
                  <a:txBody>
                    <a:bodyPr/>
                    <a:lstStyle/>
                    <a:p>
                      <a:r>
                        <a:rPr lang="en-US" dirty="0" smtClean="0"/>
                        <a:t>3.564</a:t>
                      </a:r>
                      <a:endParaRPr lang="en-IN" dirty="0"/>
                    </a:p>
                  </a:txBody>
                  <a:tcPr/>
                </a:tc>
                <a:tc>
                  <a:txBody>
                    <a:bodyPr/>
                    <a:lstStyle/>
                    <a:p>
                      <a:r>
                        <a:rPr lang="en-US" dirty="0" smtClean="0"/>
                        <a:t>3.800</a:t>
                      </a:r>
                      <a:endParaRPr lang="en-IN" dirty="0"/>
                    </a:p>
                  </a:txBody>
                  <a:tcPr/>
                </a:tc>
                <a:extLst>
                  <a:ext uri="{0D108BD9-81ED-4DB2-BD59-A6C34878D82A}">
                    <a16:rowId xmlns:a16="http://schemas.microsoft.com/office/drawing/2014/main" val="957482093"/>
                  </a:ext>
                </a:extLst>
              </a:tr>
              <a:tr h="385120">
                <a:tc>
                  <a:txBody>
                    <a:bodyPr/>
                    <a:lstStyle/>
                    <a:p>
                      <a:r>
                        <a:rPr lang="en-US" dirty="0" err="1" smtClean="0"/>
                        <a:t>LocD</a:t>
                      </a:r>
                      <a:endParaRPr lang="en-IN" dirty="0"/>
                    </a:p>
                  </a:txBody>
                  <a:tcPr/>
                </a:tc>
                <a:tc>
                  <a:txBody>
                    <a:bodyPr/>
                    <a:lstStyle/>
                    <a:p>
                      <a:r>
                        <a:rPr lang="en-US" dirty="0" smtClean="0"/>
                        <a:t>3.605</a:t>
                      </a:r>
                      <a:endParaRPr lang="en-IN" dirty="0"/>
                    </a:p>
                  </a:txBody>
                  <a:tcPr/>
                </a:tc>
                <a:tc>
                  <a:txBody>
                    <a:bodyPr/>
                    <a:lstStyle/>
                    <a:p>
                      <a:r>
                        <a:rPr lang="en-US" dirty="0" smtClean="0"/>
                        <a:t>3.666</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3.618</a:t>
                      </a:r>
                      <a:endParaRPr lang="en-IN" dirty="0" smtClean="0"/>
                    </a:p>
                  </a:txBody>
                  <a:tcPr/>
                </a:tc>
                <a:tc>
                  <a:txBody>
                    <a:bodyPr/>
                    <a:lstStyle/>
                    <a:p>
                      <a:r>
                        <a:rPr lang="en-US" dirty="0" smtClean="0"/>
                        <a:t>3.835</a:t>
                      </a:r>
                      <a:endParaRPr lang="en-IN" dirty="0"/>
                    </a:p>
                  </a:txBody>
                  <a:tcPr/>
                </a:tc>
                <a:extLst>
                  <a:ext uri="{0D108BD9-81ED-4DB2-BD59-A6C34878D82A}">
                    <a16:rowId xmlns:a16="http://schemas.microsoft.com/office/drawing/2014/main" val="1161039415"/>
                  </a:ext>
                </a:extLst>
              </a:tr>
              <a:tr h="370840">
                <a:tc>
                  <a:txBody>
                    <a:bodyPr/>
                    <a:lstStyle/>
                    <a:p>
                      <a:r>
                        <a:rPr lang="en-US" dirty="0" err="1" smtClean="0"/>
                        <a:t>LocE</a:t>
                      </a:r>
                      <a:endParaRPr lang="en-IN" dirty="0"/>
                    </a:p>
                  </a:txBody>
                  <a:tcPr/>
                </a:tc>
                <a:tc>
                  <a:txBody>
                    <a:bodyPr/>
                    <a:lstStyle/>
                    <a:p>
                      <a:r>
                        <a:rPr lang="en-US" dirty="0" smtClean="0"/>
                        <a:t>3.636</a:t>
                      </a:r>
                      <a:endParaRPr lang="en-IN" dirty="0"/>
                    </a:p>
                  </a:txBody>
                  <a:tcPr/>
                </a:tc>
                <a:tc>
                  <a:txBody>
                    <a:bodyPr/>
                    <a:lstStyle/>
                    <a:p>
                      <a:r>
                        <a:rPr lang="en-US" dirty="0" smtClean="0"/>
                        <a:t>5.000</a:t>
                      </a:r>
                      <a:endParaRPr lang="en-IN" dirty="0"/>
                    </a:p>
                  </a:txBody>
                  <a:tcPr/>
                </a:tc>
                <a:tc>
                  <a:txBody>
                    <a:bodyPr/>
                    <a:lstStyle/>
                    <a:p>
                      <a:r>
                        <a:rPr lang="en-US" dirty="0" smtClean="0"/>
                        <a:t>3.330</a:t>
                      </a:r>
                      <a:endParaRPr lang="en-IN" dirty="0"/>
                    </a:p>
                  </a:txBody>
                  <a:tcPr/>
                </a:tc>
                <a:tc>
                  <a:txBody>
                    <a:bodyPr/>
                    <a:lstStyle/>
                    <a:p>
                      <a:r>
                        <a:rPr lang="en-US" dirty="0" smtClean="0"/>
                        <a:t>3.765</a:t>
                      </a:r>
                      <a:endParaRPr lang="en-IN" dirty="0"/>
                    </a:p>
                  </a:txBody>
                  <a:tcPr/>
                </a:tc>
                <a:extLst>
                  <a:ext uri="{0D108BD9-81ED-4DB2-BD59-A6C34878D82A}">
                    <a16:rowId xmlns:a16="http://schemas.microsoft.com/office/drawing/2014/main" val="1140273117"/>
                  </a:ext>
                </a:extLst>
              </a:tr>
              <a:tr h="370840">
                <a:tc>
                  <a:txBody>
                    <a:bodyPr/>
                    <a:lstStyle/>
                    <a:p>
                      <a:r>
                        <a:rPr lang="en-US" dirty="0" err="1" smtClean="0"/>
                        <a:t>LocF</a:t>
                      </a:r>
                      <a:endParaRPr lang="en-IN" dirty="0"/>
                    </a:p>
                  </a:txBody>
                  <a:tcPr/>
                </a:tc>
                <a:tc>
                  <a:txBody>
                    <a:bodyPr/>
                    <a:lstStyle/>
                    <a:p>
                      <a:r>
                        <a:rPr lang="en-US" dirty="0" smtClean="0"/>
                        <a:t>3.642</a:t>
                      </a:r>
                      <a:endParaRPr lang="en-IN" dirty="0"/>
                    </a:p>
                  </a:txBody>
                  <a:tcPr/>
                </a:tc>
                <a:tc>
                  <a:txBody>
                    <a:bodyPr/>
                    <a:lstStyle/>
                    <a:p>
                      <a:r>
                        <a:rPr lang="en-US" dirty="0" smtClean="0"/>
                        <a:t>4.250</a:t>
                      </a:r>
                      <a:endParaRPr lang="en-IN" dirty="0"/>
                    </a:p>
                  </a:txBody>
                  <a:tcPr/>
                </a:tc>
                <a:tc>
                  <a:txBody>
                    <a:bodyPr/>
                    <a:lstStyle/>
                    <a:p>
                      <a:r>
                        <a:rPr lang="en-US" dirty="0" smtClean="0"/>
                        <a:t>3.698</a:t>
                      </a:r>
                      <a:endParaRPr lang="en-IN" dirty="0"/>
                    </a:p>
                  </a:txBody>
                  <a:tcPr/>
                </a:tc>
                <a:tc>
                  <a:txBody>
                    <a:bodyPr/>
                    <a:lstStyle/>
                    <a:p>
                      <a:r>
                        <a:rPr lang="en-US" dirty="0" smtClean="0"/>
                        <a:t>3.815</a:t>
                      </a:r>
                      <a:endParaRPr lang="en-IN" dirty="0"/>
                    </a:p>
                  </a:txBody>
                  <a:tcPr/>
                </a:tc>
                <a:extLst>
                  <a:ext uri="{0D108BD9-81ED-4DB2-BD59-A6C34878D82A}">
                    <a16:rowId xmlns:a16="http://schemas.microsoft.com/office/drawing/2014/main" val="1681002534"/>
                  </a:ext>
                </a:extLst>
              </a:tr>
              <a:tr h="370840">
                <a:tc>
                  <a:txBody>
                    <a:bodyPr/>
                    <a:lstStyle/>
                    <a:p>
                      <a:r>
                        <a:rPr lang="en-US" dirty="0" err="1" smtClean="0"/>
                        <a:t>LocG</a:t>
                      </a:r>
                      <a:endParaRPr lang="en-IN" dirty="0"/>
                    </a:p>
                  </a:txBody>
                  <a:tcPr/>
                </a:tc>
                <a:tc>
                  <a:txBody>
                    <a:bodyPr/>
                    <a:lstStyle/>
                    <a:p>
                      <a:r>
                        <a:rPr lang="en-US" dirty="0" smtClean="0"/>
                        <a:t>3.660</a:t>
                      </a:r>
                      <a:endParaRPr lang="en-IN" dirty="0"/>
                    </a:p>
                  </a:txBody>
                  <a:tcPr/>
                </a:tc>
                <a:tc>
                  <a:txBody>
                    <a:bodyPr/>
                    <a:lstStyle/>
                    <a:p>
                      <a:r>
                        <a:rPr lang="en-US" dirty="0" err="1" smtClean="0"/>
                        <a:t>NaN</a:t>
                      </a:r>
                      <a:endParaRPr lang="en-IN" dirty="0"/>
                    </a:p>
                  </a:txBody>
                  <a:tcPr/>
                </a:tc>
                <a:tc>
                  <a:txBody>
                    <a:bodyPr/>
                    <a:lstStyle/>
                    <a:p>
                      <a:r>
                        <a:rPr lang="en-US" dirty="0" smtClean="0"/>
                        <a:t>3.484</a:t>
                      </a:r>
                      <a:endParaRPr lang="en-IN" dirty="0"/>
                    </a:p>
                  </a:txBody>
                  <a:tcPr/>
                </a:tc>
                <a:tc>
                  <a:txBody>
                    <a:bodyPr/>
                    <a:lstStyle/>
                    <a:p>
                      <a:r>
                        <a:rPr lang="en-US" dirty="0" smtClean="0"/>
                        <a:t>3.840</a:t>
                      </a:r>
                      <a:endParaRPr lang="en-IN" dirty="0"/>
                    </a:p>
                  </a:txBody>
                  <a:tcPr/>
                </a:tc>
                <a:extLst>
                  <a:ext uri="{0D108BD9-81ED-4DB2-BD59-A6C34878D82A}">
                    <a16:rowId xmlns:a16="http://schemas.microsoft.com/office/drawing/2014/main" val="2061830315"/>
                  </a:ext>
                </a:extLst>
              </a:tr>
              <a:tr h="370840">
                <a:tc>
                  <a:txBody>
                    <a:bodyPr/>
                    <a:lstStyle/>
                    <a:p>
                      <a:r>
                        <a:rPr lang="en-US" dirty="0" smtClean="0"/>
                        <a:t>Remote</a:t>
                      </a:r>
                      <a:endParaRPr lang="en-IN" dirty="0"/>
                    </a:p>
                  </a:txBody>
                  <a:tcPr/>
                </a:tc>
                <a:tc>
                  <a:txBody>
                    <a:bodyPr/>
                    <a:lstStyle/>
                    <a:p>
                      <a:r>
                        <a:rPr lang="en-US" dirty="0" smtClean="0"/>
                        <a:t>3.693</a:t>
                      </a:r>
                      <a:endParaRPr lang="en-IN" dirty="0"/>
                    </a:p>
                  </a:txBody>
                  <a:tcPr/>
                </a:tc>
                <a:tc>
                  <a:txBody>
                    <a:bodyPr/>
                    <a:lstStyle/>
                    <a:p>
                      <a:r>
                        <a:rPr lang="en-US" dirty="0" err="1" smtClean="0"/>
                        <a:t>NaN</a:t>
                      </a:r>
                      <a:endParaRPr lang="en-IN" dirty="0"/>
                    </a:p>
                  </a:txBody>
                  <a:tcPr/>
                </a:tc>
                <a:tc>
                  <a:txBody>
                    <a:bodyPr/>
                    <a:lstStyle/>
                    <a:p>
                      <a:r>
                        <a:rPr lang="en-US" dirty="0" smtClean="0"/>
                        <a:t>3.572</a:t>
                      </a:r>
                      <a:endParaRPr lang="en-IN" dirty="0"/>
                    </a:p>
                  </a:txBody>
                  <a:tcPr/>
                </a:tc>
                <a:tc>
                  <a:txBody>
                    <a:bodyPr/>
                    <a:lstStyle/>
                    <a:p>
                      <a:r>
                        <a:rPr lang="en-US" dirty="0" smtClean="0"/>
                        <a:t>3.810</a:t>
                      </a:r>
                      <a:endParaRPr lang="en-IN" dirty="0"/>
                    </a:p>
                  </a:txBody>
                  <a:tcPr/>
                </a:tc>
                <a:extLst>
                  <a:ext uri="{0D108BD9-81ED-4DB2-BD59-A6C34878D82A}">
                    <a16:rowId xmlns:a16="http://schemas.microsoft.com/office/drawing/2014/main" val="3339357415"/>
                  </a:ext>
                </a:extLst>
              </a:tr>
            </a:tbl>
          </a:graphicData>
        </a:graphic>
      </p:graphicFrame>
      <p:sp>
        <p:nvSpPr>
          <p:cNvPr id="5" name="TextBox 4"/>
          <p:cNvSpPr txBox="1"/>
          <p:nvPr/>
        </p:nvSpPr>
        <p:spPr>
          <a:xfrm>
            <a:off x="1562100" y="6159500"/>
            <a:ext cx="7226300" cy="646331"/>
          </a:xfrm>
          <a:prstGeom prst="rect">
            <a:avLst/>
          </a:prstGeom>
          <a:noFill/>
        </p:spPr>
        <p:txBody>
          <a:bodyPr wrap="square" rtlCol="0">
            <a:spAutoFit/>
          </a:bodyPr>
          <a:lstStyle/>
          <a:p>
            <a:r>
              <a:rPr lang="en-US" i="1" dirty="0" smtClean="0">
                <a:latin typeface="Times New Roman" panose="02020603050405020304" pitchFamily="18" charset="0"/>
                <a:cs typeface="Times New Roman" panose="02020603050405020304" pitchFamily="18" charset="0"/>
              </a:rPr>
              <a:t>                    </a:t>
            </a:r>
            <a:r>
              <a:rPr lang="en-US" i="1" u="sng" dirty="0" smtClean="0">
                <a:latin typeface="Times New Roman" panose="02020603050405020304" pitchFamily="18" charset="0"/>
                <a:cs typeface="Times New Roman" panose="02020603050405020304" pitchFamily="18" charset="0"/>
              </a:rPr>
              <a:t> Pivot </a:t>
            </a:r>
            <a:r>
              <a:rPr lang="en-US" i="1" u="sng" dirty="0">
                <a:latin typeface="Times New Roman" panose="02020603050405020304" pitchFamily="18" charset="0"/>
                <a:cs typeface="Times New Roman" panose="02020603050405020304" pitchFamily="18" charset="0"/>
              </a:rPr>
              <a:t>Table :Overall Ratings by Location and Gender</a:t>
            </a:r>
            <a:endParaRPr lang="en-IN" i="1" u="sng"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884387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anose="02020603050405020304" pitchFamily="18" charset="0"/>
                <a:cs typeface="Times New Roman" panose="02020603050405020304" pitchFamily="18" charset="0"/>
              </a:rPr>
              <a:t>Additional Insights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IN" sz="2000" b="1" dirty="0">
                <a:highlight>
                  <a:srgbClr val="00FF00"/>
                </a:highlight>
                <a:latin typeface="Times New Roman" panose="02020603050405020304" pitchFamily="18" charset="0"/>
                <a:cs typeface="Times New Roman" panose="02020603050405020304" pitchFamily="18" charset="0"/>
              </a:rPr>
              <a:t>Location</a:t>
            </a:r>
            <a:r>
              <a:rPr lang="en-IN" sz="2000" dirty="0">
                <a:highlight>
                  <a:srgbClr val="00FF00"/>
                </a:highlight>
                <a:latin typeface="Times New Roman" panose="02020603050405020304" pitchFamily="18" charset="0"/>
                <a:cs typeface="Times New Roman" panose="02020603050405020304" pitchFamily="18" charset="0"/>
              </a:rPr>
              <a:t> has </a:t>
            </a:r>
            <a:r>
              <a:rPr lang="en-IN" sz="2000" b="1" dirty="0">
                <a:highlight>
                  <a:srgbClr val="00FF00"/>
                </a:highlight>
                <a:latin typeface="Times New Roman" panose="02020603050405020304" pitchFamily="18" charset="0"/>
                <a:cs typeface="Times New Roman" panose="02020603050405020304" pitchFamily="18" charset="0"/>
              </a:rPr>
              <a:t>no statistical relationship </a:t>
            </a:r>
            <a:r>
              <a:rPr lang="en-IN" sz="2000" dirty="0">
                <a:highlight>
                  <a:srgbClr val="00FF00"/>
                </a:highlight>
                <a:latin typeface="Times New Roman" panose="02020603050405020304" pitchFamily="18" charset="0"/>
                <a:cs typeface="Times New Roman" panose="02020603050405020304" pitchFamily="18" charset="0"/>
              </a:rPr>
              <a:t>with </a:t>
            </a:r>
            <a:r>
              <a:rPr lang="en-IN" sz="2000" b="1" dirty="0">
                <a:highlight>
                  <a:srgbClr val="00FF00"/>
                </a:highlight>
                <a:latin typeface="Times New Roman" panose="02020603050405020304" pitchFamily="18" charset="0"/>
                <a:cs typeface="Times New Roman" panose="02020603050405020304" pitchFamily="18" charset="0"/>
              </a:rPr>
              <a:t>Compensation and Benefits, Career Growth and Work-life balance</a:t>
            </a:r>
          </a:p>
          <a:p>
            <a:r>
              <a:rPr lang="en-IN" sz="2000" dirty="0">
                <a:highlight>
                  <a:srgbClr val="00FF00"/>
                </a:highlight>
                <a:latin typeface="Times New Roman" panose="02020603050405020304" pitchFamily="18" charset="0"/>
                <a:cs typeface="Times New Roman" panose="02020603050405020304" pitchFamily="18" charset="0"/>
              </a:rPr>
              <a:t>There is a </a:t>
            </a:r>
            <a:r>
              <a:rPr lang="en-IN" sz="2000" b="1" dirty="0">
                <a:highlight>
                  <a:srgbClr val="00FF00"/>
                </a:highlight>
                <a:latin typeface="Times New Roman" panose="02020603050405020304" pitchFamily="18" charset="0"/>
                <a:cs typeface="Times New Roman" panose="02020603050405020304" pitchFamily="18" charset="0"/>
              </a:rPr>
              <a:t>significant</a:t>
            </a:r>
            <a:r>
              <a:rPr lang="en-IN" sz="2000" dirty="0">
                <a:highlight>
                  <a:srgbClr val="00FF00"/>
                </a:highlight>
                <a:latin typeface="Times New Roman" panose="02020603050405020304" pitchFamily="18" charset="0"/>
                <a:cs typeface="Times New Roman" panose="02020603050405020304" pitchFamily="18" charset="0"/>
              </a:rPr>
              <a:t> relationship between </a:t>
            </a:r>
            <a:r>
              <a:rPr lang="en-IN" sz="2000" b="1" dirty="0">
                <a:highlight>
                  <a:srgbClr val="00FF00"/>
                </a:highlight>
                <a:latin typeface="Times New Roman" panose="02020603050405020304" pitchFamily="18" charset="0"/>
                <a:cs typeface="Times New Roman" panose="02020603050405020304" pitchFamily="18" charset="0"/>
              </a:rPr>
              <a:t>Gender</a:t>
            </a:r>
            <a:r>
              <a:rPr lang="en-IN" sz="2000" dirty="0">
                <a:highlight>
                  <a:srgbClr val="00FF00"/>
                </a:highlight>
                <a:latin typeface="Times New Roman" panose="02020603050405020304" pitchFamily="18" charset="0"/>
                <a:cs typeface="Times New Roman" panose="02020603050405020304" pitchFamily="18" charset="0"/>
              </a:rPr>
              <a:t> and </a:t>
            </a:r>
            <a:r>
              <a:rPr lang="en-IN" sz="2000" b="1" dirty="0">
                <a:highlight>
                  <a:srgbClr val="00FF00"/>
                </a:highlight>
                <a:latin typeface="Times New Roman" panose="02020603050405020304" pitchFamily="18" charset="0"/>
                <a:cs typeface="Times New Roman" panose="02020603050405020304" pitchFamily="18" charset="0"/>
              </a:rPr>
              <a:t>Career </a:t>
            </a:r>
            <a:r>
              <a:rPr lang="en-IN" sz="2000" b="1" dirty="0" smtClean="0">
                <a:highlight>
                  <a:srgbClr val="00FF00"/>
                </a:highlight>
                <a:latin typeface="Times New Roman" panose="02020603050405020304" pitchFamily="18" charset="0"/>
                <a:cs typeface="Times New Roman" panose="02020603050405020304" pitchFamily="18" charset="0"/>
              </a:rPr>
              <a:t>Growth</a:t>
            </a:r>
          </a:p>
          <a:p>
            <a:r>
              <a:rPr lang="en-IN" sz="2000" b="1" dirty="0" smtClean="0">
                <a:highlight>
                  <a:srgbClr val="00FF00"/>
                </a:highlight>
                <a:latin typeface="Times New Roman" panose="02020603050405020304" pitchFamily="18" charset="0"/>
                <a:cs typeface="Times New Roman" panose="02020603050405020304" pitchFamily="18" charset="0"/>
              </a:rPr>
              <a:t>Male-Female </a:t>
            </a:r>
            <a:r>
              <a:rPr lang="en-IN" sz="2000" b="1" dirty="0">
                <a:highlight>
                  <a:srgbClr val="00FF00"/>
                </a:highlight>
                <a:latin typeface="Times New Roman" panose="02020603050405020304" pitchFamily="18" charset="0"/>
                <a:cs typeface="Times New Roman" panose="02020603050405020304" pitchFamily="18" charset="0"/>
              </a:rPr>
              <a:t>ratio </a:t>
            </a:r>
            <a:r>
              <a:rPr lang="en-IN" sz="2000" dirty="0">
                <a:highlight>
                  <a:srgbClr val="00FF00"/>
                </a:highlight>
                <a:latin typeface="Times New Roman" panose="02020603050405020304" pitchFamily="18" charset="0"/>
                <a:cs typeface="Times New Roman" panose="02020603050405020304" pitchFamily="18" charset="0"/>
              </a:rPr>
              <a:t>in career level is </a:t>
            </a:r>
            <a:r>
              <a:rPr lang="en-IN" sz="2000" b="1" dirty="0">
                <a:highlight>
                  <a:srgbClr val="00FF00"/>
                </a:highlight>
                <a:latin typeface="Times New Roman" panose="02020603050405020304" pitchFamily="18" charset="0"/>
                <a:cs typeface="Times New Roman" panose="02020603050405020304" pitchFamily="18" charset="0"/>
              </a:rPr>
              <a:t>not</a:t>
            </a:r>
            <a:r>
              <a:rPr lang="en-IN" sz="2000" dirty="0">
                <a:highlight>
                  <a:srgbClr val="00FF00"/>
                </a:highlight>
                <a:latin typeface="Times New Roman" panose="02020603050405020304" pitchFamily="18" charset="0"/>
                <a:cs typeface="Times New Roman" panose="02020603050405020304" pitchFamily="18" charset="0"/>
              </a:rPr>
              <a:t> following the </a:t>
            </a:r>
            <a:r>
              <a:rPr lang="en-IN" sz="2000" b="1" dirty="0">
                <a:highlight>
                  <a:srgbClr val="00FF00"/>
                </a:highlight>
                <a:latin typeface="Times New Roman" panose="02020603050405020304" pitchFamily="18" charset="0"/>
                <a:cs typeface="Times New Roman" panose="02020603050405020304" pitchFamily="18" charset="0"/>
              </a:rPr>
              <a:t>same</a:t>
            </a:r>
            <a:r>
              <a:rPr lang="en-IN" sz="2000" dirty="0">
                <a:highlight>
                  <a:srgbClr val="00FF00"/>
                </a:highlight>
                <a:latin typeface="Times New Roman" panose="02020603050405020304" pitchFamily="18" charset="0"/>
                <a:cs typeface="Times New Roman" panose="02020603050405020304" pitchFamily="18" charset="0"/>
              </a:rPr>
              <a:t> trend</a:t>
            </a:r>
          </a:p>
        </p:txBody>
      </p:sp>
      <p:sp>
        <p:nvSpPr>
          <p:cNvPr id="4" name="Slide Number Placeholder 3"/>
          <p:cNvSpPr>
            <a:spLocks noGrp="1"/>
          </p:cNvSpPr>
          <p:nvPr>
            <p:ph type="sldNum" sz="quarter" idx="12"/>
          </p:nvPr>
        </p:nvSpPr>
        <p:spPr/>
        <p:txBody>
          <a:bodyPr/>
          <a:lstStyle/>
          <a:p>
            <a:fld id="{03DC2DEF-D2FE-4B45-ABA4-9F153FD1C98A}" type="slidenum">
              <a:rPr lang="en-US" smtClean="0"/>
              <a:t>11</a:t>
            </a:fld>
            <a:endParaRPr lang="en-US" dirty="0"/>
          </a:p>
        </p:txBody>
      </p:sp>
      <p:pic>
        <p:nvPicPr>
          <p:cNvPr id="7" name="Picture 6"/>
          <p:cNvPicPr>
            <a:picLocks noChangeAspect="1"/>
          </p:cNvPicPr>
          <p:nvPr/>
        </p:nvPicPr>
        <p:blipFill>
          <a:blip r:embed="rId2"/>
          <a:stretch>
            <a:fillRect/>
          </a:stretch>
        </p:blipFill>
        <p:spPr>
          <a:xfrm>
            <a:off x="5893634" y="3012609"/>
            <a:ext cx="5524500" cy="3979172"/>
          </a:xfrm>
          <a:prstGeom prst="rect">
            <a:avLst/>
          </a:prstGeom>
        </p:spPr>
      </p:pic>
      <p:pic>
        <p:nvPicPr>
          <p:cNvPr id="8" name="Picture 7"/>
          <p:cNvPicPr>
            <a:picLocks noChangeAspect="1"/>
          </p:cNvPicPr>
          <p:nvPr/>
        </p:nvPicPr>
        <p:blipFill>
          <a:blip r:embed="rId3"/>
          <a:stretch>
            <a:fillRect/>
          </a:stretch>
        </p:blipFill>
        <p:spPr>
          <a:xfrm>
            <a:off x="490331" y="3184818"/>
            <a:ext cx="5685742" cy="3397159"/>
          </a:xfrm>
          <a:prstGeom prst="rect">
            <a:avLst/>
          </a:prstGeom>
        </p:spPr>
      </p:pic>
    </p:spTree>
    <p:extLst>
      <p:ext uri="{BB962C8B-B14F-4D97-AF65-F5344CB8AC3E}">
        <p14:creationId xmlns:p14="http://schemas.microsoft.com/office/powerpoint/2010/main" val="42286612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Problem </a:t>
            </a:r>
            <a:r>
              <a:rPr lang="en-IN" dirty="0"/>
              <a:t>2</a:t>
            </a:r>
          </a:p>
        </p:txBody>
      </p:sp>
      <p:sp>
        <p:nvSpPr>
          <p:cNvPr id="3" name="Content Placeholder 2"/>
          <p:cNvSpPr>
            <a:spLocks noGrp="1"/>
          </p:cNvSpPr>
          <p:nvPr>
            <p:ph idx="1"/>
          </p:nvPr>
        </p:nvSpPr>
        <p:spPr/>
        <p:txBody>
          <a:bodyPr>
            <a:normAutofit/>
          </a:body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Which among the 3 factors (in columns G, H &amp; I) has the highest correlation with Overall Rating?</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3DC2DEF-D2FE-4B45-ABA4-9F153FD1C98A}" type="slidenum">
              <a:rPr lang="en-US" smtClean="0"/>
              <a:t>12</a:t>
            </a:fld>
            <a:endParaRPr lang="en-US" dirty="0"/>
          </a:p>
        </p:txBody>
      </p:sp>
    </p:spTree>
    <p:extLst>
      <p:ext uri="{BB962C8B-B14F-4D97-AF65-F5344CB8AC3E}">
        <p14:creationId xmlns:p14="http://schemas.microsoft.com/office/powerpoint/2010/main" val="28322247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Correlation</a:t>
            </a:r>
          </a:p>
        </p:txBody>
      </p:sp>
      <p:sp>
        <p:nvSpPr>
          <p:cNvPr id="3" name="Content Placeholder 2"/>
          <p:cNvSpPr>
            <a:spLocks noGrp="1"/>
          </p:cNvSpPr>
          <p:nvPr>
            <p:ph idx="1"/>
          </p:nvPr>
        </p:nvSpPr>
        <p:spPr/>
        <p:txBody>
          <a:bodyPr>
            <a:normAutofit/>
          </a:bodyPr>
          <a:lstStyle/>
          <a:p>
            <a:endParaRPr lang="en-IN" sz="2400" dirty="0" smtClean="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To </a:t>
            </a:r>
            <a:r>
              <a:rPr lang="en-IN" sz="2400" dirty="0">
                <a:latin typeface="Times New Roman" panose="02020603050405020304" pitchFamily="18" charset="0"/>
                <a:cs typeface="Times New Roman" panose="02020603050405020304" pitchFamily="18" charset="0"/>
              </a:rPr>
              <a:t>identify which feature among Career Growth, Compensation and </a:t>
            </a:r>
            <a:r>
              <a:rPr lang="en-IN" sz="2400" dirty="0" smtClean="0">
                <a:latin typeface="Times New Roman" panose="02020603050405020304" pitchFamily="18" charset="0"/>
                <a:cs typeface="Times New Roman" panose="02020603050405020304" pitchFamily="18" charset="0"/>
              </a:rPr>
              <a:t>Benefits, </a:t>
            </a:r>
            <a:r>
              <a:rPr lang="en-IN" sz="2400" dirty="0">
                <a:latin typeface="Times New Roman" panose="02020603050405020304" pitchFamily="18" charset="0"/>
                <a:cs typeface="Times New Roman" panose="02020603050405020304" pitchFamily="18" charset="0"/>
              </a:rPr>
              <a:t>and Work-life Balance has got highest correlation with Overall Rating.</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Technique used – Spearman correlation</a:t>
            </a:r>
          </a:p>
          <a:p>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highlight>
                  <a:srgbClr val="00FF00"/>
                </a:highlight>
                <a:latin typeface="Times New Roman" panose="02020603050405020304" pitchFamily="18" charset="0"/>
                <a:cs typeface="Times New Roman" panose="02020603050405020304" pitchFamily="18" charset="0"/>
              </a:rPr>
              <a:t>Findings:</a:t>
            </a:r>
          </a:p>
          <a:p>
            <a:r>
              <a:rPr lang="en-IN" sz="2400" b="1" dirty="0">
                <a:highlight>
                  <a:srgbClr val="00FF00"/>
                </a:highlight>
                <a:latin typeface="Times New Roman" panose="02020603050405020304" pitchFamily="18" charset="0"/>
                <a:cs typeface="Times New Roman" panose="02020603050405020304" pitchFamily="18" charset="0"/>
              </a:rPr>
              <a:t>Overall Rating </a:t>
            </a:r>
            <a:r>
              <a:rPr lang="en-IN" sz="2400" dirty="0">
                <a:highlight>
                  <a:srgbClr val="00FF00"/>
                </a:highlight>
                <a:latin typeface="Times New Roman" panose="02020603050405020304" pitchFamily="18" charset="0"/>
                <a:cs typeface="Times New Roman" panose="02020603050405020304" pitchFamily="18" charset="0"/>
              </a:rPr>
              <a:t>has highest correlation with </a:t>
            </a:r>
            <a:r>
              <a:rPr lang="en-IN" sz="2400" b="1" dirty="0">
                <a:highlight>
                  <a:srgbClr val="00FF00"/>
                </a:highlight>
                <a:latin typeface="Times New Roman" panose="02020603050405020304" pitchFamily="18" charset="0"/>
                <a:cs typeface="Times New Roman" panose="02020603050405020304" pitchFamily="18" charset="0"/>
              </a:rPr>
              <a:t>Career Growth </a:t>
            </a:r>
            <a:r>
              <a:rPr lang="en-IN" sz="2400" dirty="0">
                <a:highlight>
                  <a:srgbClr val="00FF00"/>
                </a:highlight>
                <a:latin typeface="Times New Roman" panose="02020603050405020304" pitchFamily="18" charset="0"/>
                <a:cs typeface="Times New Roman" panose="02020603050405020304" pitchFamily="18" charset="0"/>
              </a:rPr>
              <a:t>with a correlation value of </a:t>
            </a:r>
            <a:r>
              <a:rPr lang="en-IN" sz="2400" b="1" dirty="0">
                <a:highlight>
                  <a:srgbClr val="00FF00"/>
                </a:highlight>
                <a:latin typeface="Times New Roman" panose="02020603050405020304" pitchFamily="18" charset="0"/>
                <a:cs typeface="Times New Roman" panose="02020603050405020304" pitchFamily="18" charset="0"/>
              </a:rPr>
              <a:t>0.6869</a:t>
            </a: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3DC2DEF-D2FE-4B45-ABA4-9F153FD1C98A}" type="slidenum">
              <a:rPr lang="en-US" smtClean="0"/>
              <a:t>13</a:t>
            </a:fld>
            <a:endParaRPr lang="en-US" dirty="0"/>
          </a:p>
        </p:txBody>
      </p:sp>
    </p:spTree>
    <p:extLst>
      <p:ext uri="{BB962C8B-B14F-4D97-AF65-F5344CB8AC3E}">
        <p14:creationId xmlns:p14="http://schemas.microsoft.com/office/powerpoint/2010/main" val="29352441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01113" y="830179"/>
            <a:ext cx="6040875" cy="5957903"/>
          </a:xfrm>
          <a:prstGeom prst="rect">
            <a:avLst/>
          </a:prstGeom>
        </p:spPr>
      </p:pic>
      <p:sp>
        <p:nvSpPr>
          <p:cNvPr id="4" name="Slide Number Placeholder 3"/>
          <p:cNvSpPr>
            <a:spLocks noGrp="1"/>
          </p:cNvSpPr>
          <p:nvPr>
            <p:ph type="sldNum" sz="quarter" idx="12"/>
          </p:nvPr>
        </p:nvSpPr>
        <p:spPr/>
        <p:txBody>
          <a:bodyPr/>
          <a:lstStyle/>
          <a:p>
            <a:fld id="{03DC2DEF-D2FE-4B45-ABA4-9F153FD1C98A}" type="slidenum">
              <a:rPr lang="en-US" smtClean="0"/>
              <a:t>14</a:t>
            </a:fld>
            <a:endParaRPr lang="en-US" dirty="0"/>
          </a:p>
        </p:txBody>
      </p:sp>
      <p:pic>
        <p:nvPicPr>
          <p:cNvPr id="7" name="Picture 6"/>
          <p:cNvPicPr>
            <a:picLocks noChangeAspect="1"/>
          </p:cNvPicPr>
          <p:nvPr/>
        </p:nvPicPr>
        <p:blipFill>
          <a:blip r:embed="rId3"/>
          <a:stretch>
            <a:fillRect/>
          </a:stretch>
        </p:blipFill>
        <p:spPr>
          <a:xfrm>
            <a:off x="7323847" y="1179095"/>
            <a:ext cx="4381584" cy="3826042"/>
          </a:xfrm>
          <a:prstGeom prst="rect">
            <a:avLst/>
          </a:prstGeom>
        </p:spPr>
      </p:pic>
    </p:spTree>
    <p:extLst>
      <p:ext uri="{BB962C8B-B14F-4D97-AF65-F5344CB8AC3E}">
        <p14:creationId xmlns:p14="http://schemas.microsoft.com/office/powerpoint/2010/main" val="33475017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Problem </a:t>
            </a:r>
            <a:r>
              <a:rPr lang="en-IN" dirty="0"/>
              <a:t>3</a:t>
            </a:r>
          </a:p>
        </p:txBody>
      </p:sp>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sz="2400" dirty="0">
                <a:latin typeface="Times New Roman" panose="02020603050405020304" pitchFamily="18" charset="0"/>
                <a:cs typeface="Times New Roman" panose="02020603050405020304" pitchFamily="18" charset="0"/>
              </a:rPr>
              <a:t>Are high tenured associates (15+ years) more dissatisfied compared to joiners since </a:t>
            </a:r>
            <a:r>
              <a:rPr lang="en-US" sz="2400" dirty="0" err="1">
                <a:latin typeface="Times New Roman" panose="02020603050405020304" pitchFamily="18" charset="0"/>
                <a:cs typeface="Times New Roman" panose="02020603050405020304" pitchFamily="18" charset="0"/>
              </a:rPr>
              <a:t>Covid</a:t>
            </a:r>
            <a:r>
              <a:rPr lang="en-US" sz="2400" dirty="0">
                <a:latin typeface="Times New Roman" panose="02020603050405020304" pitchFamily="18" charset="0"/>
                <a:cs typeface="Times New Roman" panose="02020603050405020304" pitchFamily="18" charset="0"/>
              </a:rPr>
              <a:t> period?</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3DC2DEF-D2FE-4B45-ABA4-9F153FD1C98A}" type="slidenum">
              <a:rPr lang="en-US" smtClean="0"/>
              <a:t>15</a:t>
            </a:fld>
            <a:endParaRPr lang="en-US" dirty="0"/>
          </a:p>
        </p:txBody>
      </p:sp>
    </p:spTree>
    <p:extLst>
      <p:ext uri="{BB962C8B-B14F-4D97-AF65-F5344CB8AC3E}">
        <p14:creationId xmlns:p14="http://schemas.microsoft.com/office/powerpoint/2010/main" val="27946630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t>
            </a:r>
            <a:r>
              <a:rPr lang="en-US" dirty="0">
                <a:latin typeface="Times New Roman" panose="02020603050405020304" pitchFamily="18" charset="0"/>
                <a:cs typeface="Times New Roman" panose="02020603050405020304" pitchFamily="18" charset="0"/>
              </a:rPr>
              <a:t>Dissatisfaction Percentage</a:t>
            </a:r>
            <a:br>
              <a:rPr lang="en-US" dirty="0">
                <a:latin typeface="Times New Roman" panose="02020603050405020304" pitchFamily="18" charset="0"/>
                <a:cs typeface="Times New Roman" panose="02020603050405020304" pitchFamily="18" charset="0"/>
              </a:rPr>
            </a:br>
            <a:endParaRPr lang="en-IN" dirty="0"/>
          </a:p>
        </p:txBody>
      </p:sp>
      <p:sp>
        <p:nvSpPr>
          <p:cNvPr id="4" name="Slide Number Placeholder 3"/>
          <p:cNvSpPr>
            <a:spLocks noGrp="1"/>
          </p:cNvSpPr>
          <p:nvPr>
            <p:ph type="sldNum" sz="quarter" idx="12"/>
          </p:nvPr>
        </p:nvSpPr>
        <p:spPr/>
        <p:txBody>
          <a:bodyPr/>
          <a:lstStyle/>
          <a:p>
            <a:fld id="{03DC2DEF-D2FE-4B45-ABA4-9F153FD1C98A}" type="slidenum">
              <a:rPr lang="en-US" smtClean="0"/>
              <a:t>16</a:t>
            </a:fld>
            <a:endParaRPr lang="en-US" dirty="0"/>
          </a:p>
        </p:txBody>
      </p:sp>
      <p:sp>
        <p:nvSpPr>
          <p:cNvPr id="6" name="TextBox 5"/>
          <p:cNvSpPr txBox="1"/>
          <p:nvPr/>
        </p:nvSpPr>
        <p:spPr>
          <a:xfrm>
            <a:off x="371475" y="1123705"/>
            <a:ext cx="11520487" cy="1631216"/>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find if overall dissatisfaction percentage is more for High-tenured associates or </a:t>
            </a:r>
            <a:r>
              <a:rPr lang="en-IN" sz="2000" dirty="0" err="1">
                <a:latin typeface="Times New Roman" panose="02020603050405020304" pitchFamily="18" charset="0"/>
                <a:cs typeface="Times New Roman" panose="02020603050405020304" pitchFamily="18" charset="0"/>
              </a:rPr>
              <a:t>Covid</a:t>
            </a:r>
            <a:r>
              <a:rPr lang="en-IN" sz="2000" dirty="0">
                <a:latin typeface="Times New Roman" panose="02020603050405020304" pitchFamily="18" charset="0"/>
                <a:cs typeface="Times New Roman" panose="02020603050405020304" pitchFamily="18" charset="0"/>
              </a:rPr>
              <a:t> Joiners</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Calculated the dissatisfied rate by considering “Dissatisfied” and “Very Dissatisfied” classes</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Dissatisfaction rate – 16.77 for High Tenured Associates</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Dissatisfaction rate – 16.08 for </a:t>
            </a:r>
            <a:r>
              <a:rPr lang="en-IN" sz="2000" dirty="0" err="1">
                <a:latin typeface="Times New Roman" panose="02020603050405020304" pitchFamily="18" charset="0"/>
                <a:cs typeface="Times New Roman" panose="02020603050405020304" pitchFamily="18" charset="0"/>
              </a:rPr>
              <a:t>Covid</a:t>
            </a:r>
            <a:r>
              <a:rPr lang="en-IN" sz="2000" dirty="0">
                <a:latin typeface="Times New Roman" panose="02020603050405020304" pitchFamily="18" charset="0"/>
                <a:cs typeface="Times New Roman" panose="02020603050405020304" pitchFamily="18" charset="0"/>
              </a:rPr>
              <a:t> Joiners</a:t>
            </a:r>
          </a:p>
        </p:txBody>
      </p:sp>
      <p:pic>
        <p:nvPicPr>
          <p:cNvPr id="8" name="Content Placeholder 7"/>
          <p:cNvPicPr>
            <a:picLocks noGrp="1" noChangeAspect="1"/>
          </p:cNvPicPr>
          <p:nvPr>
            <p:ph idx="1"/>
          </p:nvPr>
        </p:nvPicPr>
        <p:blipFill>
          <a:blip r:embed="rId2"/>
          <a:stretch>
            <a:fillRect/>
          </a:stretch>
        </p:blipFill>
        <p:spPr>
          <a:xfrm>
            <a:off x="335756" y="2992772"/>
            <a:ext cx="11520488" cy="1853460"/>
          </a:xfrm>
          <a:prstGeom prst="rect">
            <a:avLst/>
          </a:prstGeom>
        </p:spPr>
      </p:pic>
      <p:sp>
        <p:nvSpPr>
          <p:cNvPr id="5" name="TextBox 4">
            <a:extLst>
              <a:ext uri="{FF2B5EF4-FFF2-40B4-BE49-F238E27FC236}">
                <a16:creationId xmlns:a16="http://schemas.microsoft.com/office/drawing/2014/main" id="{184CC68F-491C-69F6-22FB-6EA837FC2FB2}"/>
              </a:ext>
            </a:extLst>
          </p:cNvPr>
          <p:cNvSpPr txBox="1"/>
          <p:nvPr/>
        </p:nvSpPr>
        <p:spPr>
          <a:xfrm>
            <a:off x="547193" y="4846232"/>
            <a:ext cx="11309051" cy="1015663"/>
          </a:xfrm>
          <a:prstGeom prst="rect">
            <a:avLst/>
          </a:prstGeom>
          <a:noFill/>
        </p:spPr>
        <p:txBody>
          <a:bodyPr wrap="square">
            <a:spAutoFit/>
          </a:bodyPr>
          <a:lstStyle/>
          <a:p>
            <a:r>
              <a:rPr lang="en-IN" sz="2000" b="1" dirty="0">
                <a:highlight>
                  <a:srgbClr val="00FF00"/>
                </a:highlight>
                <a:latin typeface="Times New Roman" panose="02020603050405020304" pitchFamily="18" charset="0"/>
                <a:cs typeface="Times New Roman" panose="02020603050405020304" pitchFamily="18" charset="0"/>
              </a:rPr>
              <a:t>Findings</a:t>
            </a:r>
            <a:r>
              <a:rPr lang="en-IN" sz="2000" dirty="0">
                <a:highlight>
                  <a:srgbClr val="00FF00"/>
                </a:highlight>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IN" sz="2000" b="1" dirty="0">
                <a:highlight>
                  <a:srgbClr val="00FF00"/>
                </a:highlight>
                <a:latin typeface="Times New Roman" panose="02020603050405020304" pitchFamily="18" charset="0"/>
                <a:cs typeface="Times New Roman" panose="02020603050405020304" pitchFamily="18" charset="0"/>
              </a:rPr>
              <a:t>High Tenured Associates </a:t>
            </a:r>
            <a:r>
              <a:rPr lang="en-IN" sz="2000" dirty="0">
                <a:highlight>
                  <a:srgbClr val="00FF00"/>
                </a:highlight>
                <a:latin typeface="Times New Roman" panose="02020603050405020304" pitchFamily="18" charset="0"/>
                <a:cs typeface="Times New Roman" panose="02020603050405020304" pitchFamily="18" charset="0"/>
              </a:rPr>
              <a:t>(15+ years) has got highest dissatisfaction percentage compared to Covid Joiners</a:t>
            </a:r>
          </a:p>
        </p:txBody>
      </p:sp>
    </p:spTree>
    <p:extLst>
      <p:ext uri="{BB962C8B-B14F-4D97-AF65-F5344CB8AC3E}">
        <p14:creationId xmlns:p14="http://schemas.microsoft.com/office/powerpoint/2010/main" val="7262510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hart 8"/>
          <p:cNvGraphicFramePr/>
          <p:nvPr>
            <p:extLst>
              <p:ext uri="{D42A27DB-BD31-4B8C-83A1-F6EECF244321}">
                <p14:modId xmlns:p14="http://schemas.microsoft.com/office/powerpoint/2010/main" val="706343216"/>
              </p:ext>
            </p:extLst>
          </p:nvPr>
        </p:nvGraphicFramePr>
        <p:xfrm>
          <a:off x="2032000" y="719666"/>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642813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Problem </a:t>
            </a:r>
            <a:r>
              <a:rPr lang="en-IN" dirty="0"/>
              <a:t>4</a:t>
            </a:r>
          </a:p>
        </p:txBody>
      </p:sp>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dirty="0">
                <a:latin typeface="Times New Roman" panose="02020603050405020304" pitchFamily="18" charset="0"/>
                <a:cs typeface="Times New Roman" panose="02020603050405020304" pitchFamily="18" charset="0"/>
              </a:rPr>
              <a:t>Analyze sentiment of Comments (col J) and share the findings</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3DC2DEF-D2FE-4B45-ABA4-9F153FD1C98A}" type="slidenum">
              <a:rPr lang="en-US" smtClean="0"/>
              <a:t>18</a:t>
            </a:fld>
            <a:endParaRPr lang="en-US" dirty="0"/>
          </a:p>
        </p:txBody>
      </p:sp>
    </p:spTree>
    <p:extLst>
      <p:ext uri="{BB962C8B-B14F-4D97-AF65-F5344CB8AC3E}">
        <p14:creationId xmlns:p14="http://schemas.microsoft.com/office/powerpoint/2010/main" val="17931197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Sentiment Analysis</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371475" y="1635004"/>
            <a:ext cx="6549444" cy="3977464"/>
          </a:xfrm>
        </p:spPr>
        <p:txBody>
          <a:bodyPr>
            <a:normAutofit/>
          </a:bodyPr>
          <a:lstStyle/>
          <a:p>
            <a:r>
              <a:rPr lang="en-IN" sz="2000" dirty="0">
                <a:latin typeface="Times New Roman" panose="02020603050405020304" pitchFamily="18" charset="0"/>
                <a:cs typeface="Times New Roman" panose="02020603050405020304" pitchFamily="18" charset="0"/>
              </a:rPr>
              <a:t>To identify the most recurring tone in the comments section provided by the employees</a:t>
            </a:r>
          </a:p>
          <a:p>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technique used here is Sentiment Analysis combined with </a:t>
            </a:r>
            <a:r>
              <a:rPr lang="en-US" sz="2000" dirty="0" err="1">
                <a:latin typeface="Times New Roman" panose="02020603050405020304" pitchFamily="18" charset="0"/>
                <a:cs typeface="Times New Roman" panose="02020603050405020304" pitchFamily="18" charset="0"/>
              </a:rPr>
              <a:t>TextBlob</a:t>
            </a:r>
            <a:r>
              <a:rPr lang="en-US" sz="2000" dirty="0">
                <a:latin typeface="Times New Roman" panose="02020603050405020304" pitchFamily="18" charset="0"/>
                <a:cs typeface="Times New Roman" panose="02020603050405020304" pitchFamily="18" charset="0"/>
              </a:rPr>
              <a:t> for natural language processing (NLP)</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Positive, Negative and Neutral are the categories considered</a:t>
            </a:r>
          </a:p>
          <a:p>
            <a:endParaRPr lang="en-IN" sz="2000" dirty="0">
              <a:latin typeface="Times New Roman" panose="02020603050405020304" pitchFamily="18" charset="0"/>
              <a:cs typeface="Times New Roman" panose="02020603050405020304" pitchFamily="18" charset="0"/>
            </a:endParaRPr>
          </a:p>
          <a:p>
            <a:r>
              <a:rPr lang="en-IN" sz="2000" b="1" dirty="0">
                <a:highlight>
                  <a:srgbClr val="00FF00"/>
                </a:highlight>
                <a:latin typeface="Times New Roman" panose="02020603050405020304" pitchFamily="18" charset="0"/>
                <a:cs typeface="Times New Roman" panose="02020603050405020304" pitchFamily="18" charset="0"/>
              </a:rPr>
              <a:t>Neutral</a:t>
            </a:r>
            <a:r>
              <a:rPr lang="en-IN" sz="2000" dirty="0">
                <a:highlight>
                  <a:srgbClr val="00FF00"/>
                </a:highlight>
                <a:latin typeface="Times New Roman" panose="02020603050405020304" pitchFamily="18" charset="0"/>
                <a:cs typeface="Times New Roman" panose="02020603050405020304" pitchFamily="18" charset="0"/>
              </a:rPr>
              <a:t> is the most repeating sentiment across the comments section followed by positive and then negative</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3DC2DEF-D2FE-4B45-ABA4-9F153FD1C98A}" type="slidenum">
              <a:rPr lang="en-US" smtClean="0"/>
              <a:t>19</a:t>
            </a:fld>
            <a:endParaRPr lang="en-US" dirty="0"/>
          </a:p>
        </p:txBody>
      </p:sp>
      <p:pic>
        <p:nvPicPr>
          <p:cNvPr id="6" name="Picture 5"/>
          <p:cNvPicPr>
            <a:picLocks noChangeAspect="1"/>
          </p:cNvPicPr>
          <p:nvPr/>
        </p:nvPicPr>
        <p:blipFill>
          <a:blip r:embed="rId2"/>
          <a:stretch>
            <a:fillRect/>
          </a:stretch>
        </p:blipFill>
        <p:spPr>
          <a:xfrm>
            <a:off x="6920919" y="1786855"/>
            <a:ext cx="4483605" cy="3097925"/>
          </a:xfrm>
          <a:prstGeom prst="rect">
            <a:avLst/>
          </a:prstGeom>
          <a:ln>
            <a:solidFill>
              <a:schemeClr val="bg1">
                <a:lumMod val="75000"/>
              </a:schemeClr>
            </a:solidFill>
          </a:ln>
        </p:spPr>
      </p:pic>
    </p:spTree>
    <p:extLst>
      <p:ext uri="{BB962C8B-B14F-4D97-AF65-F5344CB8AC3E}">
        <p14:creationId xmlns:p14="http://schemas.microsoft.com/office/powerpoint/2010/main" val="31399093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Problem </a:t>
            </a:r>
            <a:r>
              <a:rPr lang="en-IN" dirty="0"/>
              <a:t>5</a:t>
            </a:r>
          </a:p>
        </p:txBody>
      </p:sp>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dirty="0">
                <a:latin typeface="Times New Roman" panose="02020603050405020304" pitchFamily="18" charset="0"/>
                <a:cs typeface="Times New Roman" panose="02020603050405020304" pitchFamily="18" charset="0"/>
              </a:rPr>
              <a:t>Identify top 10 themes using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Comments, and represent the same using </a:t>
            </a:r>
            <a:r>
              <a:rPr lang="en-US" dirty="0" err="1">
                <a:latin typeface="Times New Roman" panose="02020603050405020304" pitchFamily="18" charset="0"/>
                <a:cs typeface="Times New Roman" panose="02020603050405020304" pitchFamily="18" charset="0"/>
              </a:rPr>
              <a:t>wordcloud</a:t>
            </a:r>
            <a:r>
              <a:rPr lang="en-US"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3DC2DEF-D2FE-4B45-ABA4-9F153FD1C98A}" type="slidenum">
              <a:rPr lang="en-US" smtClean="0"/>
              <a:t>20</a:t>
            </a:fld>
            <a:endParaRPr lang="en-US" dirty="0"/>
          </a:p>
        </p:txBody>
      </p:sp>
    </p:spTree>
    <p:extLst>
      <p:ext uri="{BB962C8B-B14F-4D97-AF65-F5344CB8AC3E}">
        <p14:creationId xmlns:p14="http://schemas.microsoft.com/office/powerpoint/2010/main" val="21487279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Top 10 themes and </a:t>
            </a:r>
            <a:r>
              <a:rPr lang="en-IN" dirty="0" err="1"/>
              <a:t>Wordcloud</a:t>
            </a:r>
            <a:r>
              <a:rPr lang="en-IN" dirty="0"/>
              <a:t> </a:t>
            </a:r>
          </a:p>
        </p:txBody>
      </p:sp>
      <p:sp>
        <p:nvSpPr>
          <p:cNvPr id="3" name="Content Placeholder 2"/>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To identify top 10 themes representing the comments column in the dataset and to visualize it using </a:t>
            </a:r>
            <a:r>
              <a:rPr lang="en-IN" sz="2400" dirty="0" err="1">
                <a:latin typeface="Times New Roman" panose="02020603050405020304" pitchFamily="18" charset="0"/>
                <a:cs typeface="Times New Roman" panose="02020603050405020304" pitchFamily="18" charset="0"/>
              </a:rPr>
              <a:t>wordcloud</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Removing default and custom stop words</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Pre-processing by removing punctuations and converting to </a:t>
            </a:r>
            <a:r>
              <a:rPr lang="en-IN" sz="2400" dirty="0" smtClean="0">
                <a:latin typeface="Times New Roman" panose="02020603050405020304" pitchFamily="18" charset="0"/>
                <a:cs typeface="Times New Roman" panose="02020603050405020304" pitchFamily="18" charset="0"/>
              </a:rPr>
              <a:t>lowercase and </a:t>
            </a:r>
            <a:r>
              <a:rPr lang="en-IN" sz="2400" dirty="0">
                <a:latin typeface="Times New Roman" panose="02020603050405020304" pitchFamily="18" charset="0"/>
                <a:cs typeface="Times New Roman" panose="02020603050405020304" pitchFamily="18" charset="0"/>
              </a:rPr>
              <a:t>use a counter on the words</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Most recurring theme is </a:t>
            </a:r>
            <a:r>
              <a:rPr lang="en-IN" sz="2400" dirty="0" smtClean="0">
                <a:latin typeface="Times New Roman" panose="02020603050405020304" pitchFamily="18" charset="0"/>
                <a:cs typeface="Times New Roman" panose="02020603050405020304" pitchFamily="18" charset="0"/>
              </a:rPr>
              <a:t>“</a:t>
            </a:r>
            <a:r>
              <a:rPr lang="en-IN" sz="2400" b="1" dirty="0">
                <a:highlight>
                  <a:srgbClr val="00FF00"/>
                </a:highlight>
                <a:latin typeface="Times New Roman" panose="02020603050405020304" pitchFamily="18" charset="0"/>
                <a:cs typeface="Times New Roman" panose="02020603050405020304" pitchFamily="18" charset="0"/>
              </a:rPr>
              <a:t>Work-life balance</a:t>
            </a:r>
            <a:r>
              <a:rPr lang="en-IN"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3DC2DEF-D2FE-4B45-ABA4-9F153FD1C98A}" type="slidenum">
              <a:rPr lang="en-US" smtClean="0"/>
              <a:t>21</a:t>
            </a:fld>
            <a:endParaRPr lang="en-US" dirty="0"/>
          </a:p>
        </p:txBody>
      </p:sp>
    </p:spTree>
    <p:extLst>
      <p:ext uri="{BB962C8B-B14F-4D97-AF65-F5344CB8AC3E}">
        <p14:creationId xmlns:p14="http://schemas.microsoft.com/office/powerpoint/2010/main" val="39682861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5 . </a:t>
            </a:r>
            <a:r>
              <a:rPr lang="en-US" dirty="0">
                <a:latin typeface="Times New Roman" panose="02020603050405020304" pitchFamily="18" charset="0"/>
                <a:cs typeface="Times New Roman" panose="02020603050405020304" pitchFamily="18" charset="0"/>
              </a:rPr>
              <a:t>Top 10 themes</a:t>
            </a:r>
            <a:br>
              <a:rPr lang="en-US" dirty="0">
                <a:latin typeface="Times New Roman" panose="02020603050405020304" pitchFamily="18" charset="0"/>
                <a:cs typeface="Times New Roman" panose="02020603050405020304" pitchFamily="18" charset="0"/>
              </a:rPr>
            </a:br>
            <a:endParaRPr lang="en-IN" dirty="0"/>
          </a:p>
        </p:txBody>
      </p:sp>
      <p:sp>
        <p:nvSpPr>
          <p:cNvPr id="4" name="Slide Number Placeholder 3"/>
          <p:cNvSpPr>
            <a:spLocks noGrp="1"/>
          </p:cNvSpPr>
          <p:nvPr>
            <p:ph type="sldNum" sz="quarter" idx="12"/>
          </p:nvPr>
        </p:nvSpPr>
        <p:spPr/>
        <p:txBody>
          <a:bodyPr/>
          <a:lstStyle/>
          <a:p>
            <a:fld id="{03DC2DEF-D2FE-4B45-ABA4-9F153FD1C98A}" type="slidenum">
              <a:rPr lang="en-US" smtClean="0"/>
              <a:t>22</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461804804"/>
              </p:ext>
            </p:extLst>
          </p:nvPr>
        </p:nvGraphicFramePr>
        <p:xfrm>
          <a:off x="371475" y="1661342"/>
          <a:ext cx="4448313" cy="4079240"/>
        </p:xfrm>
        <a:graphic>
          <a:graphicData uri="http://schemas.openxmlformats.org/drawingml/2006/table">
            <a:tbl>
              <a:tblPr firstRow="1" bandRow="1">
                <a:tableStyleId>{5C22544A-7EE6-4342-B048-85BDC9FD1C3A}</a:tableStyleId>
              </a:tblPr>
              <a:tblGrid>
                <a:gridCol w="1482771">
                  <a:extLst>
                    <a:ext uri="{9D8B030D-6E8A-4147-A177-3AD203B41FA5}">
                      <a16:colId xmlns:a16="http://schemas.microsoft.com/office/drawing/2014/main" val="3610009458"/>
                    </a:ext>
                  </a:extLst>
                </a:gridCol>
                <a:gridCol w="2196916">
                  <a:extLst>
                    <a:ext uri="{9D8B030D-6E8A-4147-A177-3AD203B41FA5}">
                      <a16:colId xmlns:a16="http://schemas.microsoft.com/office/drawing/2014/main" val="1945289132"/>
                    </a:ext>
                  </a:extLst>
                </a:gridCol>
                <a:gridCol w="768626">
                  <a:extLst>
                    <a:ext uri="{9D8B030D-6E8A-4147-A177-3AD203B41FA5}">
                      <a16:colId xmlns:a16="http://schemas.microsoft.com/office/drawing/2014/main" val="2494951864"/>
                    </a:ext>
                  </a:extLst>
                </a:gridCol>
              </a:tblGrid>
              <a:tr h="370840">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Rank</a:t>
                      </a:r>
                    </a:p>
                  </a:txBody>
                  <a:tcPr marL="9525" marR="9525" marT="9525" marB="0" anchor="ctr"/>
                </a:tc>
                <a:tc>
                  <a:txBody>
                    <a:bodyPr/>
                    <a:lstStyle/>
                    <a:p>
                      <a:pPr algn="ctr" fontAlgn="ctr"/>
                      <a:r>
                        <a:rPr lang="en-IN" sz="1600" b="1" i="0" u="none" strike="noStrike" dirty="0">
                          <a:solidFill>
                            <a:srgbClr val="000000"/>
                          </a:solidFill>
                          <a:effectLst/>
                          <a:latin typeface="Times New Roman" panose="02020603050405020304" pitchFamily="18" charset="0"/>
                          <a:cs typeface="Times New Roman" panose="02020603050405020304" pitchFamily="18" charset="0"/>
                        </a:rPr>
                        <a:t>Theme</a:t>
                      </a:r>
                    </a:p>
                  </a:txBody>
                  <a:tcPr marL="9525" marR="9525" marT="9525" marB="0" anchor="ctr"/>
                </a:tc>
                <a:tc>
                  <a:txBody>
                    <a:bodyPr/>
                    <a:lstStyle/>
                    <a:p>
                      <a:pPr algn="ctr" fontAlgn="ctr"/>
                      <a:r>
                        <a:rPr lang="en-IN" sz="1800" b="1" i="0" u="none" strike="noStrike" dirty="0">
                          <a:solidFill>
                            <a:srgbClr val="000000"/>
                          </a:solidFill>
                          <a:effectLst/>
                          <a:latin typeface="Times New Roman" panose="02020603050405020304" pitchFamily="18" charset="0"/>
                          <a:cs typeface="Times New Roman" panose="02020603050405020304" pitchFamily="18" charset="0"/>
                        </a:rPr>
                        <a:t>Count</a:t>
                      </a:r>
                    </a:p>
                  </a:txBody>
                  <a:tcPr marL="9525" marR="9525" marT="9525" marB="0" anchor="ctr"/>
                </a:tc>
                <a:extLst>
                  <a:ext uri="{0D108BD9-81ED-4DB2-BD59-A6C34878D82A}">
                    <a16:rowId xmlns:a16="http://schemas.microsoft.com/office/drawing/2014/main" val="1261129696"/>
                  </a:ext>
                </a:extLst>
              </a:tr>
              <a:tr h="370840">
                <a:tc>
                  <a:txBody>
                    <a:bodyPr/>
                    <a:lstStyle/>
                    <a:p>
                      <a:pPr algn="ctr" fontAlgn="ctr"/>
                      <a:r>
                        <a:rPr lang="en-IN" sz="2000" b="0" i="0" u="none" strike="noStrike">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tc>
                <a:tc>
                  <a:txBody>
                    <a:bodyPr/>
                    <a:lstStyle/>
                    <a:p>
                      <a:pPr algn="l" fontAlgn="ctr"/>
                      <a:r>
                        <a:rPr lang="en-IN" sz="1600" b="0" i="0" u="none" strike="noStrike" dirty="0">
                          <a:solidFill>
                            <a:srgbClr val="000000"/>
                          </a:solidFill>
                          <a:effectLst/>
                          <a:latin typeface="Times New Roman" panose="02020603050405020304" pitchFamily="18" charset="0"/>
                          <a:cs typeface="Times New Roman" panose="02020603050405020304" pitchFamily="18" charset="0"/>
                        </a:rPr>
                        <a:t>Work-life balance</a:t>
                      </a:r>
                    </a:p>
                  </a:txBody>
                  <a:tcPr marL="9525" marR="9525" marT="9525" marB="0" anchor="ctr"/>
                </a:tc>
                <a:tc>
                  <a:txBody>
                    <a:bodyPr/>
                    <a:lstStyle/>
                    <a:p>
                      <a:pPr algn="ctr" fontAlgn="ctr"/>
                      <a:r>
                        <a:rPr lang="en-IN" sz="1800" b="0" i="0" u="none" strike="noStrike">
                          <a:solidFill>
                            <a:srgbClr val="000000"/>
                          </a:solidFill>
                          <a:effectLst/>
                          <a:latin typeface="Times New Roman" panose="02020603050405020304" pitchFamily="18" charset="0"/>
                          <a:cs typeface="Times New Roman" panose="02020603050405020304" pitchFamily="18" charset="0"/>
                        </a:rPr>
                        <a:t>262</a:t>
                      </a:r>
                    </a:p>
                  </a:txBody>
                  <a:tcPr marL="9525" marR="9525" marT="9525" marB="0" anchor="ctr"/>
                </a:tc>
                <a:extLst>
                  <a:ext uri="{0D108BD9-81ED-4DB2-BD59-A6C34878D82A}">
                    <a16:rowId xmlns:a16="http://schemas.microsoft.com/office/drawing/2014/main" val="3194704547"/>
                  </a:ext>
                </a:extLst>
              </a:tr>
              <a:tr h="370840">
                <a:tc>
                  <a:txBody>
                    <a:bodyPr/>
                    <a:lstStyle/>
                    <a:p>
                      <a:pPr algn="ctr" fontAlgn="ctr"/>
                      <a:r>
                        <a:rPr lang="en-IN" sz="2000" b="0" i="0" u="none" strike="noStrike">
                          <a:solidFill>
                            <a:srgbClr val="000000"/>
                          </a:solidFill>
                          <a:effectLst/>
                          <a:latin typeface="Times New Roman" panose="02020603050405020304" pitchFamily="18" charset="0"/>
                          <a:cs typeface="Times New Roman" panose="02020603050405020304" pitchFamily="18" charset="0"/>
                        </a:rPr>
                        <a:t>2</a:t>
                      </a:r>
                    </a:p>
                  </a:txBody>
                  <a:tcPr marL="9525" marR="9525" marT="9525" marB="0" anchor="ctr"/>
                </a:tc>
                <a:tc>
                  <a:txBody>
                    <a:bodyPr/>
                    <a:lstStyle/>
                    <a:p>
                      <a:pPr algn="l" fontAlgn="ctr"/>
                      <a:r>
                        <a:rPr lang="en-IN" sz="1600" b="0" i="0" u="none" strike="noStrike">
                          <a:solidFill>
                            <a:srgbClr val="000000"/>
                          </a:solidFill>
                          <a:effectLst/>
                          <a:latin typeface="Times New Roman" panose="02020603050405020304" pitchFamily="18" charset="0"/>
                          <a:cs typeface="Times New Roman" panose="02020603050405020304" pitchFamily="18" charset="0"/>
                        </a:rPr>
                        <a:t>Skill development</a:t>
                      </a:r>
                    </a:p>
                  </a:txBody>
                  <a:tcPr marL="9525" marR="9525" marT="9525" marB="0" anchor="ctr"/>
                </a:tc>
                <a:tc>
                  <a:txBody>
                    <a:bodyPr/>
                    <a:lstStyle/>
                    <a:p>
                      <a:pPr algn="ctr" fontAlgn="ctr"/>
                      <a:r>
                        <a:rPr lang="en-IN" sz="1800" b="0" i="0" u="none" strike="noStrike">
                          <a:solidFill>
                            <a:srgbClr val="000000"/>
                          </a:solidFill>
                          <a:effectLst/>
                          <a:latin typeface="Times New Roman" panose="02020603050405020304" pitchFamily="18" charset="0"/>
                          <a:cs typeface="Times New Roman" panose="02020603050405020304" pitchFamily="18" charset="0"/>
                        </a:rPr>
                        <a:t>208</a:t>
                      </a:r>
                    </a:p>
                  </a:txBody>
                  <a:tcPr marL="9525" marR="9525" marT="9525" marB="0" anchor="ctr"/>
                </a:tc>
                <a:extLst>
                  <a:ext uri="{0D108BD9-81ED-4DB2-BD59-A6C34878D82A}">
                    <a16:rowId xmlns:a16="http://schemas.microsoft.com/office/drawing/2014/main" val="2000402278"/>
                  </a:ext>
                </a:extLst>
              </a:tr>
              <a:tr h="370840">
                <a:tc>
                  <a:txBody>
                    <a:bodyPr/>
                    <a:lstStyle/>
                    <a:p>
                      <a:pPr algn="ctr" fontAlgn="ctr"/>
                      <a:r>
                        <a:rPr lang="en-IN" sz="2000" b="0" i="0" u="none" strike="noStrike">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tc>
                <a:tc>
                  <a:txBody>
                    <a:bodyPr/>
                    <a:lstStyle/>
                    <a:p>
                      <a:pPr algn="l" fontAlgn="ctr"/>
                      <a:r>
                        <a:rPr lang="en-IN" sz="1600" b="0" i="0" u="none" strike="noStrike">
                          <a:solidFill>
                            <a:srgbClr val="000000"/>
                          </a:solidFill>
                          <a:effectLst/>
                          <a:latin typeface="Times New Roman" panose="02020603050405020304" pitchFamily="18" charset="0"/>
                          <a:cs typeface="Times New Roman" panose="02020603050405020304" pitchFamily="18" charset="0"/>
                        </a:rPr>
                        <a:t>Learning opportunities</a:t>
                      </a:r>
                    </a:p>
                  </a:txBody>
                  <a:tcPr marL="9525" marR="9525" marT="9525" marB="0" anchor="ctr"/>
                </a:tc>
                <a:tc>
                  <a:txBody>
                    <a:bodyPr/>
                    <a:lstStyle/>
                    <a:p>
                      <a:pPr algn="ctr" fontAlgn="ctr"/>
                      <a:r>
                        <a:rPr lang="en-IN" sz="1800" b="0" i="0" u="none" strike="noStrike">
                          <a:solidFill>
                            <a:srgbClr val="000000"/>
                          </a:solidFill>
                          <a:effectLst/>
                          <a:latin typeface="Times New Roman" panose="02020603050405020304" pitchFamily="18" charset="0"/>
                          <a:cs typeface="Times New Roman" panose="02020603050405020304" pitchFamily="18" charset="0"/>
                        </a:rPr>
                        <a:t>206</a:t>
                      </a:r>
                    </a:p>
                  </a:txBody>
                  <a:tcPr marL="9525" marR="9525" marT="9525" marB="0" anchor="ctr"/>
                </a:tc>
                <a:extLst>
                  <a:ext uri="{0D108BD9-81ED-4DB2-BD59-A6C34878D82A}">
                    <a16:rowId xmlns:a16="http://schemas.microsoft.com/office/drawing/2014/main" val="3707523691"/>
                  </a:ext>
                </a:extLst>
              </a:tr>
              <a:tr h="370840">
                <a:tc>
                  <a:txBody>
                    <a:bodyPr/>
                    <a:lstStyle/>
                    <a:p>
                      <a:pPr algn="ctr" fontAlgn="ctr"/>
                      <a:r>
                        <a:rPr lang="en-IN" sz="2000" b="0" i="0" u="none" strike="noStrike">
                          <a:solidFill>
                            <a:srgbClr val="000000"/>
                          </a:solidFill>
                          <a:effectLst/>
                          <a:latin typeface="Times New Roman" panose="02020603050405020304" pitchFamily="18" charset="0"/>
                          <a:cs typeface="Times New Roman" panose="02020603050405020304" pitchFamily="18" charset="0"/>
                        </a:rPr>
                        <a:t>4</a:t>
                      </a:r>
                    </a:p>
                  </a:txBody>
                  <a:tcPr marL="9525" marR="9525" marT="9525" marB="0" anchor="ctr"/>
                </a:tc>
                <a:tc>
                  <a:txBody>
                    <a:bodyPr/>
                    <a:lstStyle/>
                    <a:p>
                      <a:pPr algn="l" fontAlgn="ctr"/>
                      <a:r>
                        <a:rPr lang="en-IN" sz="1600" b="0" i="0" u="none" strike="noStrike" dirty="0">
                          <a:solidFill>
                            <a:srgbClr val="000000"/>
                          </a:solidFill>
                          <a:effectLst/>
                          <a:latin typeface="Times New Roman" panose="02020603050405020304" pitchFamily="18" charset="0"/>
                          <a:cs typeface="Times New Roman" panose="02020603050405020304" pitchFamily="18" charset="0"/>
                        </a:rPr>
                        <a:t>Salary hike</a:t>
                      </a:r>
                    </a:p>
                  </a:txBody>
                  <a:tcPr marL="9525" marR="9525" marT="9525" marB="0" anchor="ctr"/>
                </a:tc>
                <a:tc>
                  <a:txBody>
                    <a:bodyPr/>
                    <a:lstStyle/>
                    <a:p>
                      <a:pPr algn="ctr" fontAlgn="ctr"/>
                      <a:r>
                        <a:rPr lang="en-IN" sz="1800" b="0" i="0" u="none" strike="noStrike">
                          <a:solidFill>
                            <a:srgbClr val="000000"/>
                          </a:solidFill>
                          <a:effectLst/>
                          <a:latin typeface="Times New Roman" panose="02020603050405020304" pitchFamily="18" charset="0"/>
                          <a:cs typeface="Times New Roman" panose="02020603050405020304" pitchFamily="18" charset="0"/>
                        </a:rPr>
                        <a:t>200</a:t>
                      </a:r>
                    </a:p>
                  </a:txBody>
                  <a:tcPr marL="9525" marR="9525" marT="9525" marB="0" anchor="ctr"/>
                </a:tc>
                <a:extLst>
                  <a:ext uri="{0D108BD9-81ED-4DB2-BD59-A6C34878D82A}">
                    <a16:rowId xmlns:a16="http://schemas.microsoft.com/office/drawing/2014/main" val="3562398213"/>
                  </a:ext>
                </a:extLst>
              </a:tr>
              <a:tr h="370840">
                <a:tc>
                  <a:txBody>
                    <a:bodyPr/>
                    <a:lstStyle/>
                    <a:p>
                      <a:pPr algn="ctr" fontAlgn="ctr"/>
                      <a:r>
                        <a:rPr lang="en-IN" sz="2000" b="0" i="0" u="none" strike="noStrike">
                          <a:solidFill>
                            <a:srgbClr val="000000"/>
                          </a:solidFill>
                          <a:effectLst/>
                          <a:latin typeface="Times New Roman" panose="02020603050405020304" pitchFamily="18" charset="0"/>
                          <a:cs typeface="Times New Roman" panose="02020603050405020304" pitchFamily="18" charset="0"/>
                        </a:rPr>
                        <a:t>5</a:t>
                      </a:r>
                    </a:p>
                  </a:txBody>
                  <a:tcPr marL="9525" marR="9525" marT="9525" marB="0" anchor="ctr"/>
                </a:tc>
                <a:tc>
                  <a:txBody>
                    <a:bodyPr/>
                    <a:lstStyle/>
                    <a:p>
                      <a:pPr algn="l" fontAlgn="ctr"/>
                      <a:r>
                        <a:rPr lang="en-IN" sz="1600" b="0" i="0" u="none" strike="noStrike">
                          <a:solidFill>
                            <a:srgbClr val="000000"/>
                          </a:solidFill>
                          <a:effectLst/>
                          <a:latin typeface="Times New Roman" panose="02020603050405020304" pitchFamily="18" charset="0"/>
                          <a:cs typeface="Times New Roman" panose="02020603050405020304" pitchFamily="18" charset="0"/>
                        </a:rPr>
                        <a:t>Depends on the project</a:t>
                      </a:r>
                    </a:p>
                  </a:txBody>
                  <a:tcPr marL="9525" marR="9525" marT="9525" marB="0" anchor="ctr"/>
                </a:tc>
                <a:tc>
                  <a:txBody>
                    <a:bodyPr/>
                    <a:lstStyle/>
                    <a:p>
                      <a:pPr algn="ctr" fontAlgn="ctr"/>
                      <a:r>
                        <a:rPr lang="en-IN" sz="1800" b="0" i="0" u="none" strike="noStrike">
                          <a:solidFill>
                            <a:srgbClr val="000000"/>
                          </a:solidFill>
                          <a:effectLst/>
                          <a:latin typeface="Times New Roman" panose="02020603050405020304" pitchFamily="18" charset="0"/>
                          <a:cs typeface="Times New Roman" panose="02020603050405020304" pitchFamily="18" charset="0"/>
                        </a:rPr>
                        <a:t>156</a:t>
                      </a:r>
                    </a:p>
                  </a:txBody>
                  <a:tcPr marL="9525" marR="9525" marT="9525" marB="0" anchor="ctr"/>
                </a:tc>
                <a:extLst>
                  <a:ext uri="{0D108BD9-81ED-4DB2-BD59-A6C34878D82A}">
                    <a16:rowId xmlns:a16="http://schemas.microsoft.com/office/drawing/2014/main" val="1537647684"/>
                  </a:ext>
                </a:extLst>
              </a:tr>
              <a:tr h="370840">
                <a:tc>
                  <a:txBody>
                    <a:bodyPr/>
                    <a:lstStyle/>
                    <a:p>
                      <a:pPr algn="ctr" fontAlgn="ctr"/>
                      <a:r>
                        <a:rPr lang="en-IN" sz="2000" b="0" i="0" u="none" strike="noStrike">
                          <a:solidFill>
                            <a:srgbClr val="000000"/>
                          </a:solidFill>
                          <a:effectLst/>
                          <a:latin typeface="Times New Roman" panose="02020603050405020304" pitchFamily="18" charset="0"/>
                          <a:cs typeface="Times New Roman" panose="02020603050405020304" pitchFamily="18" charset="0"/>
                        </a:rPr>
                        <a:t>6</a:t>
                      </a:r>
                    </a:p>
                  </a:txBody>
                  <a:tcPr marL="9525" marR="9525" marT="9525" marB="0" anchor="ctr"/>
                </a:tc>
                <a:tc>
                  <a:txBody>
                    <a:bodyPr/>
                    <a:lstStyle/>
                    <a:p>
                      <a:pPr algn="l" fontAlgn="ctr"/>
                      <a:r>
                        <a:rPr lang="en-IN" sz="1600" b="0" i="0" u="none" strike="noStrike">
                          <a:solidFill>
                            <a:srgbClr val="000000"/>
                          </a:solidFill>
                          <a:effectLst/>
                          <a:latin typeface="Times New Roman" panose="02020603050405020304" pitchFamily="18" charset="0"/>
                          <a:cs typeface="Times New Roman" panose="02020603050405020304" pitchFamily="18" charset="0"/>
                        </a:rPr>
                        <a:t>Learn new skills</a:t>
                      </a:r>
                    </a:p>
                  </a:txBody>
                  <a:tcPr marL="9525" marR="9525" marT="9525" marB="0" anchor="ctr"/>
                </a:tc>
                <a:tc>
                  <a:txBody>
                    <a:bodyPr/>
                    <a:lstStyle/>
                    <a:p>
                      <a:pPr algn="ctr" fontAlgn="ctr"/>
                      <a:r>
                        <a:rPr lang="en-IN" sz="1800" b="0" i="0" u="none" strike="noStrike">
                          <a:solidFill>
                            <a:srgbClr val="000000"/>
                          </a:solidFill>
                          <a:effectLst/>
                          <a:latin typeface="Times New Roman" panose="02020603050405020304" pitchFamily="18" charset="0"/>
                          <a:cs typeface="Times New Roman" panose="02020603050405020304" pitchFamily="18" charset="0"/>
                        </a:rPr>
                        <a:t>154</a:t>
                      </a:r>
                    </a:p>
                  </a:txBody>
                  <a:tcPr marL="9525" marR="9525" marT="9525" marB="0" anchor="ctr"/>
                </a:tc>
                <a:extLst>
                  <a:ext uri="{0D108BD9-81ED-4DB2-BD59-A6C34878D82A}">
                    <a16:rowId xmlns:a16="http://schemas.microsoft.com/office/drawing/2014/main" val="4107694107"/>
                  </a:ext>
                </a:extLst>
              </a:tr>
              <a:tr h="370840">
                <a:tc>
                  <a:txBody>
                    <a:bodyPr/>
                    <a:lstStyle/>
                    <a:p>
                      <a:pPr algn="ctr" fontAlgn="ctr"/>
                      <a:r>
                        <a:rPr lang="en-IN" sz="2000" b="0" i="0" u="none" strike="noStrike">
                          <a:solidFill>
                            <a:srgbClr val="000000"/>
                          </a:solidFill>
                          <a:effectLst/>
                          <a:latin typeface="Times New Roman" panose="02020603050405020304" pitchFamily="18" charset="0"/>
                          <a:cs typeface="Times New Roman" panose="02020603050405020304" pitchFamily="18" charset="0"/>
                        </a:rPr>
                        <a:t>7</a:t>
                      </a:r>
                    </a:p>
                  </a:txBody>
                  <a:tcPr marL="9525" marR="9525" marT="9525" marB="0" anchor="ctr"/>
                </a:tc>
                <a:tc>
                  <a:txBody>
                    <a:bodyPr/>
                    <a:lstStyle/>
                    <a:p>
                      <a:pPr algn="l" fontAlgn="ctr"/>
                      <a:r>
                        <a:rPr lang="en-IN" sz="1600" b="0" i="0" u="none" strike="noStrike">
                          <a:solidFill>
                            <a:srgbClr val="000000"/>
                          </a:solidFill>
                          <a:effectLst/>
                          <a:latin typeface="Times New Roman" panose="02020603050405020304" pitchFamily="18" charset="0"/>
                          <a:cs typeface="Times New Roman" panose="02020603050405020304" pitchFamily="18" charset="0"/>
                        </a:rPr>
                        <a:t>Environment and culture</a:t>
                      </a:r>
                    </a:p>
                  </a:txBody>
                  <a:tcPr marL="9525" marR="9525" marT="9525" marB="0" anchor="ctr"/>
                </a:tc>
                <a:tc>
                  <a:txBody>
                    <a:bodyPr/>
                    <a:lstStyle/>
                    <a:p>
                      <a:pPr algn="ctr" fontAlgn="ctr"/>
                      <a:r>
                        <a:rPr lang="en-IN" sz="1800" b="0" i="0" u="none" strike="noStrike">
                          <a:solidFill>
                            <a:srgbClr val="000000"/>
                          </a:solidFill>
                          <a:effectLst/>
                          <a:latin typeface="Times New Roman" panose="02020603050405020304" pitchFamily="18" charset="0"/>
                          <a:cs typeface="Times New Roman" panose="02020603050405020304" pitchFamily="18" charset="0"/>
                        </a:rPr>
                        <a:t>120</a:t>
                      </a:r>
                    </a:p>
                  </a:txBody>
                  <a:tcPr marL="9525" marR="9525" marT="9525" marB="0" anchor="ctr"/>
                </a:tc>
                <a:extLst>
                  <a:ext uri="{0D108BD9-81ED-4DB2-BD59-A6C34878D82A}">
                    <a16:rowId xmlns:a16="http://schemas.microsoft.com/office/drawing/2014/main" val="339829393"/>
                  </a:ext>
                </a:extLst>
              </a:tr>
              <a:tr h="370840">
                <a:tc>
                  <a:txBody>
                    <a:bodyPr/>
                    <a:lstStyle/>
                    <a:p>
                      <a:pPr algn="ctr" fontAlgn="ctr"/>
                      <a:r>
                        <a:rPr lang="en-IN" sz="2000" b="0" i="0" u="none" strike="noStrike">
                          <a:solidFill>
                            <a:srgbClr val="000000"/>
                          </a:solidFill>
                          <a:effectLst/>
                          <a:latin typeface="Times New Roman" panose="02020603050405020304" pitchFamily="18" charset="0"/>
                          <a:cs typeface="Times New Roman" panose="02020603050405020304" pitchFamily="18" charset="0"/>
                        </a:rPr>
                        <a:t>8</a:t>
                      </a:r>
                    </a:p>
                  </a:txBody>
                  <a:tcPr marL="9525" marR="9525" marT="9525" marB="0" anchor="ctr"/>
                </a:tc>
                <a:tc>
                  <a:txBody>
                    <a:bodyPr/>
                    <a:lstStyle/>
                    <a:p>
                      <a:pPr algn="l" fontAlgn="ctr"/>
                      <a:r>
                        <a:rPr lang="en-IN" sz="1600" b="0" i="0" u="none" strike="noStrike">
                          <a:solidFill>
                            <a:srgbClr val="000000"/>
                          </a:solidFill>
                          <a:effectLst/>
                          <a:latin typeface="Times New Roman" panose="02020603050405020304" pitchFamily="18" charset="0"/>
                          <a:cs typeface="Times New Roman" panose="02020603050405020304" pitchFamily="18" charset="0"/>
                        </a:rPr>
                        <a:t>Culture balance</a:t>
                      </a:r>
                    </a:p>
                  </a:txBody>
                  <a:tcPr marL="9525" marR="9525" marT="9525" marB="0" anchor="ctr"/>
                </a:tc>
                <a:tc>
                  <a:txBody>
                    <a:bodyPr/>
                    <a:lstStyle/>
                    <a:p>
                      <a:pPr algn="ctr" fontAlgn="ctr"/>
                      <a:r>
                        <a:rPr lang="en-IN" sz="1800" b="0" i="0" u="none" strike="noStrike">
                          <a:solidFill>
                            <a:srgbClr val="000000"/>
                          </a:solidFill>
                          <a:effectLst/>
                          <a:latin typeface="Times New Roman" panose="02020603050405020304" pitchFamily="18" charset="0"/>
                          <a:cs typeface="Times New Roman" panose="02020603050405020304" pitchFamily="18" charset="0"/>
                        </a:rPr>
                        <a:t>119</a:t>
                      </a:r>
                    </a:p>
                  </a:txBody>
                  <a:tcPr marL="9525" marR="9525" marT="9525" marB="0" anchor="ctr"/>
                </a:tc>
                <a:extLst>
                  <a:ext uri="{0D108BD9-81ED-4DB2-BD59-A6C34878D82A}">
                    <a16:rowId xmlns:a16="http://schemas.microsoft.com/office/drawing/2014/main" val="2181492982"/>
                  </a:ext>
                </a:extLst>
              </a:tr>
              <a:tr h="370840">
                <a:tc>
                  <a:txBody>
                    <a:bodyPr/>
                    <a:lstStyle/>
                    <a:p>
                      <a:pPr algn="ctr" fontAlgn="ctr"/>
                      <a:r>
                        <a:rPr lang="en-IN" sz="2000" b="0" i="0" u="none" strike="noStrike">
                          <a:solidFill>
                            <a:srgbClr val="000000"/>
                          </a:solidFill>
                          <a:effectLst/>
                          <a:latin typeface="Times New Roman" panose="02020603050405020304" pitchFamily="18" charset="0"/>
                          <a:cs typeface="Times New Roman" panose="02020603050405020304" pitchFamily="18" charset="0"/>
                        </a:rPr>
                        <a:t>9</a:t>
                      </a:r>
                    </a:p>
                  </a:txBody>
                  <a:tcPr marL="9525" marR="9525" marT="9525" marB="0" anchor="ctr"/>
                </a:tc>
                <a:tc>
                  <a:txBody>
                    <a:bodyPr/>
                    <a:lstStyle/>
                    <a:p>
                      <a:pPr algn="l" fontAlgn="ctr"/>
                      <a:r>
                        <a:rPr lang="en-IN" sz="1600" b="0" i="0" u="none" strike="noStrike">
                          <a:solidFill>
                            <a:srgbClr val="000000"/>
                          </a:solidFill>
                          <a:effectLst/>
                          <a:latin typeface="Times New Roman" panose="02020603050405020304" pitchFamily="18" charset="0"/>
                          <a:cs typeface="Times New Roman" panose="02020603050405020304" pitchFamily="18" charset="0"/>
                        </a:rPr>
                        <a:t>New technologies</a:t>
                      </a:r>
                    </a:p>
                  </a:txBody>
                  <a:tcPr marL="9525" marR="9525" marT="9525" marB="0" anchor="ctr"/>
                </a:tc>
                <a:tc>
                  <a:txBody>
                    <a:bodyPr/>
                    <a:lstStyle/>
                    <a:p>
                      <a:pPr algn="ctr" fontAlgn="ctr"/>
                      <a:r>
                        <a:rPr lang="en-IN" sz="1800" b="0" i="0" u="none" strike="noStrike">
                          <a:solidFill>
                            <a:srgbClr val="000000"/>
                          </a:solidFill>
                          <a:effectLst/>
                          <a:latin typeface="Times New Roman" panose="02020603050405020304" pitchFamily="18" charset="0"/>
                          <a:cs typeface="Times New Roman" panose="02020603050405020304" pitchFamily="18" charset="0"/>
                        </a:rPr>
                        <a:t>97</a:t>
                      </a:r>
                    </a:p>
                  </a:txBody>
                  <a:tcPr marL="9525" marR="9525" marT="9525" marB="0" anchor="ctr"/>
                </a:tc>
                <a:extLst>
                  <a:ext uri="{0D108BD9-81ED-4DB2-BD59-A6C34878D82A}">
                    <a16:rowId xmlns:a16="http://schemas.microsoft.com/office/drawing/2014/main" val="439712418"/>
                  </a:ext>
                </a:extLst>
              </a:tr>
              <a:tr h="370840">
                <a:tc>
                  <a:txBody>
                    <a:bodyPr/>
                    <a:lstStyle/>
                    <a:p>
                      <a:pPr algn="ctr" fontAlgn="ctr"/>
                      <a:r>
                        <a:rPr lang="en-IN" sz="20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tc>
                <a:tc>
                  <a:txBody>
                    <a:bodyPr/>
                    <a:lstStyle/>
                    <a:p>
                      <a:pPr algn="l" fontAlgn="ctr"/>
                      <a:r>
                        <a:rPr lang="en-IN" sz="1600" b="0" i="0" u="none" strike="noStrike" dirty="0">
                          <a:solidFill>
                            <a:srgbClr val="000000"/>
                          </a:solidFill>
                          <a:effectLst/>
                          <a:latin typeface="Times New Roman" panose="02020603050405020304" pitchFamily="18" charset="0"/>
                          <a:cs typeface="Times New Roman" panose="02020603050405020304" pitchFamily="18" charset="0"/>
                        </a:rPr>
                        <a:t>Team members</a:t>
                      </a:r>
                    </a:p>
                  </a:txBody>
                  <a:tcPr marL="9525" marR="9525" marT="9525" marB="0" anchor="ctr"/>
                </a:tc>
                <a:tc>
                  <a:txBody>
                    <a:bodyPr/>
                    <a:lstStyle/>
                    <a:p>
                      <a:pPr algn="ctr" fontAlgn="ctr"/>
                      <a:r>
                        <a:rPr lang="en-IN" sz="1800" b="0" i="0" u="none" strike="noStrike" dirty="0">
                          <a:solidFill>
                            <a:srgbClr val="000000"/>
                          </a:solidFill>
                          <a:effectLst/>
                          <a:latin typeface="Times New Roman" panose="02020603050405020304" pitchFamily="18" charset="0"/>
                          <a:cs typeface="Times New Roman" panose="02020603050405020304" pitchFamily="18" charset="0"/>
                        </a:rPr>
                        <a:t>97</a:t>
                      </a:r>
                    </a:p>
                  </a:txBody>
                  <a:tcPr marL="9525" marR="9525" marT="9525" marB="0" anchor="ctr"/>
                </a:tc>
                <a:extLst>
                  <a:ext uri="{0D108BD9-81ED-4DB2-BD59-A6C34878D82A}">
                    <a16:rowId xmlns:a16="http://schemas.microsoft.com/office/drawing/2014/main" val="2837701300"/>
                  </a:ext>
                </a:extLst>
              </a:tr>
            </a:tbl>
          </a:graphicData>
        </a:graphic>
      </p:graphicFrame>
      <p:pic>
        <p:nvPicPr>
          <p:cNvPr id="8" name="Content Placeholder 7"/>
          <p:cNvPicPr>
            <a:picLocks noGrp="1" noChangeAspect="1"/>
          </p:cNvPicPr>
          <p:nvPr>
            <p:ph idx="1"/>
          </p:nvPr>
        </p:nvPicPr>
        <p:blipFill>
          <a:blip r:embed="rId2"/>
          <a:stretch>
            <a:fillRect/>
          </a:stretch>
        </p:blipFill>
        <p:spPr>
          <a:xfrm>
            <a:off x="5713447" y="1674594"/>
            <a:ext cx="5448300" cy="4079239"/>
          </a:xfrm>
          <a:prstGeom prst="rect">
            <a:avLst/>
          </a:prstGeom>
        </p:spPr>
      </p:pic>
    </p:spTree>
    <p:extLst>
      <p:ext uri="{BB962C8B-B14F-4D97-AF65-F5344CB8AC3E}">
        <p14:creationId xmlns:p14="http://schemas.microsoft.com/office/powerpoint/2010/main" val="12825378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 </a:t>
            </a:r>
            <a:r>
              <a:rPr lang="en-IN" dirty="0"/>
              <a:t>Advanced Analytics Using Gen AI</a:t>
            </a:r>
          </a:p>
        </p:txBody>
      </p:sp>
      <p:sp>
        <p:nvSpPr>
          <p:cNvPr id="4" name="Slide Number Placeholder 3"/>
          <p:cNvSpPr>
            <a:spLocks noGrp="1"/>
          </p:cNvSpPr>
          <p:nvPr>
            <p:ph type="sldNum" sz="quarter" idx="12"/>
          </p:nvPr>
        </p:nvSpPr>
        <p:spPr/>
        <p:txBody>
          <a:bodyPr/>
          <a:lstStyle/>
          <a:p>
            <a:fld id="{03DC2DEF-D2FE-4B45-ABA4-9F153FD1C98A}" type="slidenum">
              <a:rPr lang="en-US" smtClean="0"/>
              <a:t>23</a:t>
            </a:fld>
            <a:endParaRPr lang="en-US" dirty="0"/>
          </a:p>
        </p:txBody>
      </p:sp>
      <p:sp>
        <p:nvSpPr>
          <p:cNvPr id="8" name="Content Placeholder 5">
            <a:extLst>
              <a:ext uri="{FF2B5EF4-FFF2-40B4-BE49-F238E27FC236}">
                <a16:creationId xmlns:a16="http://schemas.microsoft.com/office/drawing/2014/main" id="{A1EF14A8-5523-C1D2-C8DC-EA877974B50C}"/>
              </a:ext>
            </a:extLst>
          </p:cNvPr>
          <p:cNvSpPr>
            <a:spLocks noGrp="1"/>
          </p:cNvSpPr>
          <p:nvPr>
            <p:ph sz="half" idx="1"/>
          </p:nvPr>
        </p:nvSpPr>
        <p:spPr>
          <a:xfrm>
            <a:off x="581025" y="1724025"/>
            <a:ext cx="10836391" cy="4191000"/>
          </a:xfrm>
          <a:solidFill>
            <a:schemeClr val="accent1">
              <a:lumMod val="40000"/>
              <a:lumOff val="60000"/>
            </a:schemeClr>
          </a:solidFill>
        </p:spPr>
        <p:txBody>
          <a:bodyPr>
            <a:normAutofit/>
          </a:bodyPr>
          <a:lstStyle/>
          <a:p>
            <a:r>
              <a:rPr lang="en-US" b="1" dirty="0"/>
              <a:t>Improved Feedback Analysis</a:t>
            </a:r>
            <a:r>
              <a:rPr lang="en-US" dirty="0"/>
              <a:t>: Gen AI can analyze employee feedback more accurately, capturing nuanced sentiments and context beyond traditional NLP.</a:t>
            </a:r>
          </a:p>
          <a:p>
            <a:endParaRPr lang="en-US" dirty="0"/>
          </a:p>
          <a:p>
            <a:r>
              <a:rPr lang="en-US" b="1" dirty="0"/>
              <a:t>Uncover Hidden Insights</a:t>
            </a:r>
            <a:r>
              <a:rPr lang="en-US" dirty="0"/>
              <a:t>: Gen AI can identify hidden patterns and emerging trends in feedback, providing deeper, actionable insights.</a:t>
            </a:r>
          </a:p>
          <a:p>
            <a:endParaRPr lang="en-US" dirty="0"/>
          </a:p>
          <a:p>
            <a:r>
              <a:rPr lang="en-US" b="1" dirty="0"/>
              <a:t>Automated Reporting</a:t>
            </a:r>
            <a:r>
              <a:rPr lang="en-US" dirty="0"/>
              <a:t>: Gen AI can generate reports and highlight key trends, helping HR address issues proactively and improve engagement.</a:t>
            </a:r>
          </a:p>
        </p:txBody>
      </p:sp>
    </p:spTree>
    <p:extLst>
      <p:ext uri="{BB962C8B-B14F-4D97-AF65-F5344CB8AC3E}">
        <p14:creationId xmlns:p14="http://schemas.microsoft.com/office/powerpoint/2010/main" val="21081236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1,600+ Thank You Presentation Stock Photos, Pictures &amp; Royalty-Free Images  - iStock | Thank you for listening, Thank you sign, Thank you note"/>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rcRect t="1356" b="1356"/>
          <a:stretch>
            <a:fillRect/>
          </a:stretch>
        </p:blipFill>
        <p:spPr bwMode="auto">
          <a:xfrm>
            <a:off x="2464904" y="1537253"/>
            <a:ext cx="6639339" cy="3472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19854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MSFT_Color_1">
      <a:dk1>
        <a:srgbClr val="32363F"/>
      </a:dk1>
      <a:lt1>
        <a:sysClr val="window" lastClr="FFFFFF"/>
      </a:lt1>
      <a:dk2>
        <a:srgbClr val="313C41"/>
      </a:dk2>
      <a:lt2>
        <a:srgbClr val="FFFFFF"/>
      </a:lt2>
      <a:accent1>
        <a:srgbClr val="2C85AE"/>
      </a:accent1>
      <a:accent2>
        <a:srgbClr val="5E5CA2"/>
      </a:accent2>
      <a:accent3>
        <a:srgbClr val="5268A5"/>
      </a:accent3>
      <a:accent4>
        <a:srgbClr val="4276AA"/>
      </a:accent4>
      <a:accent5>
        <a:srgbClr val="1891AB"/>
      </a:accent5>
      <a:accent6>
        <a:srgbClr val="00A09D"/>
      </a:accent6>
      <a:hlink>
        <a:srgbClr val="2C85AE"/>
      </a:hlink>
      <a:folHlink>
        <a:srgbClr val="00A09D"/>
      </a:folHlink>
    </a:clrScheme>
    <a:fontScheme name="MSFT_Font">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LT Template_Classic_Bold_Block_01_MS_v5" id="{AA60D5CE-876A-47D1-9228-3D76491083AD}" vid="{07E49AEA-13A3-4305-88B7-82B9D72D09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9fc9171bb41dc08635275f351de8590">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29387215989a890c06011de04edfe97d"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6D1F562-76A4-4CE4-B3CA-758D572E94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1B6A5B5-1BEC-4EEA-9356-9BFD758ACB72}">
  <ds:schemaRefs>
    <ds:schemaRef ds:uri="http://schemas.microsoft.com/sharepoint/v3/contenttype/forms"/>
  </ds:schemaRefs>
</ds:datastoreItem>
</file>

<file path=customXml/itemProps3.xml><?xml version="1.0" encoding="utf-8"?>
<ds:datastoreItem xmlns:ds="http://schemas.openxmlformats.org/officeDocument/2006/customXml" ds:itemID="{C360C99C-4D9A-4DAB-AA53-E488AEBCAE16}">
  <ds:schemaRefs>
    <ds:schemaRef ds:uri="http://schemas.openxmlformats.org/package/2006/metadata/core-properties"/>
    <ds:schemaRef ds:uri="http://purl.org/dc/terms/"/>
    <ds:schemaRef ds:uri="http://schemas.microsoft.com/office/2006/metadata/properties"/>
    <ds:schemaRef ds:uri="16c05727-aa75-4e4a-9b5f-8a80a1165891"/>
    <ds:schemaRef ds:uri="http://purl.org/dc/dcmitype/"/>
    <ds:schemaRef ds:uri="http://www.w3.org/XML/1998/namespace"/>
    <ds:schemaRef ds:uri="http://schemas.microsoft.com/office/2006/documentManagement/types"/>
    <ds:schemaRef ds:uri="71af3243-3dd4-4a8d-8c0d-dd76da1f02a5"/>
    <ds:schemaRef ds:uri="http://schemas.microsoft.com/office/infopath/2007/PartnerControl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Classic bold block presentation</Template>
  <TotalTime>0</TotalTime>
  <Words>875</Words>
  <Application>Microsoft Office PowerPoint</Application>
  <PresentationFormat>Widescreen</PresentationFormat>
  <Paragraphs>205</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Times New Roman</vt:lpstr>
      <vt:lpstr>Wingdings</vt:lpstr>
      <vt:lpstr>Office Theme</vt:lpstr>
      <vt:lpstr>HR Analytics</vt:lpstr>
      <vt:lpstr>Index</vt:lpstr>
      <vt:lpstr>Executive Summary</vt:lpstr>
      <vt:lpstr>Problem 1 </vt:lpstr>
      <vt:lpstr>Exploratory Data Analysis – Location vs Overall Rating</vt:lpstr>
      <vt:lpstr>Location VS Overall Rating</vt:lpstr>
      <vt:lpstr>PowerPoint Presentation</vt:lpstr>
      <vt:lpstr>Exploratory Data Analysis – Gender Vs Overall Rating</vt:lpstr>
      <vt:lpstr>PowerPoint Presentation</vt:lpstr>
      <vt:lpstr>PowerPoint Presentation</vt:lpstr>
      <vt:lpstr>Additional Insights</vt:lpstr>
      <vt:lpstr>Problem 2</vt:lpstr>
      <vt:lpstr>Correlation</vt:lpstr>
      <vt:lpstr>PowerPoint Presentation</vt:lpstr>
      <vt:lpstr>Problem 3</vt:lpstr>
      <vt:lpstr> Dissatisfaction Percentage </vt:lpstr>
      <vt:lpstr>PowerPoint Presentation</vt:lpstr>
      <vt:lpstr>Problem 4</vt:lpstr>
      <vt:lpstr>Sentiment Analysis </vt:lpstr>
      <vt:lpstr>Problem 5</vt:lpstr>
      <vt:lpstr>Top 10 themes and Wordcloud </vt:lpstr>
      <vt:lpstr>5 . Top 10 themes </vt:lpstr>
      <vt:lpstr>Future - Advanced Analytics Using Gen AI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2025-01-18T04:25:25Z</dcterms:created>
  <dcterms:modified xsi:type="dcterms:W3CDTF">2025-01-21T10:00:25Z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